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860817-C4E2-492E-BD66-5B9C519733AA}" type="datetimeFigureOut"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6F370A-DFC0-44B3-9238-B02BAD2F085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1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Landscape TSI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AF7"/>
                </a:solidFill>
              </a:rPr>
              <a:t>Catálogo de Tecnologías de Seguridad y Roadmap Corporativo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C81"/>
                </a:solidFill>
              </a:rPr>
              <a:t>Problema y oportunidad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La evaluación de Tecnologías de Seguridad (TSI) se gestiona de forma dispersa y con baja trazabilidad.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Los diferentes roles requieren visibilidad común del estado, riesgos, decisiones y roadmap.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 necesita un repositorio único para exploración, evaluación, homologación y seguimiento.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C81"/>
                </a:solidFill>
              </a:rPr>
              <a:t>Objetivo de la solución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Implementar una aplicación interna denominada Landscape TSI.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Centralizar el catálogo corporativo de tecnologías de seguridad y su ciclo de evaluación.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Proveer dashboards, roadmap y trazabilidad para la toma de decisiones.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C81"/>
                </a:solidFill>
              </a:rPr>
              <a:t>Alcance funcional MVP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Inventario y catálogo de tecnologías de seguridad.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Gestión de exploraciones, evaluaciones y estados de aprobación.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Roadmap tecnológico y obsolescencia.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Reportes ejecutivos y vistas por subsidiaria, dominio y plataforma.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Bitácora de decisiones y responsables.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C81"/>
                </a:solidFill>
              </a:rPr>
              <a:t>Stakeholders y beneficios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Arquitectos de Seguridad: evaluación técnica y estándares.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CISOs: visibilidad corporativa y seguimiento de riesgos.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Ingenieros de plataformas: gestión operativa y roadmap.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Líderes: indicadores de avance, cobertura y estado de tecnologías.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C81"/>
                </a:solidFill>
              </a:rPr>
              <a:t>Arquitectura propuesta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Aplicación Web .NET desarrollada in-house.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Base de datos Microsoft SQL Server.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Autenticación corporativa e integración futura con CMDB, GRC y herramientas de seguridad.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Implementación incremental bajo esquema MVP.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C81"/>
                </a:solidFill>
              </a:rPr>
              <a:t>Factibilidad de desarrollo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Alta factibilidad: tecnologías ampliamente dominadas por equipos corporativos.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Alcance MVP acotado y orientado a procesos ya existentes.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Baja complejidad de integración en la primera fase.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Reutilización de infraestructura y capacidades internas.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C81"/>
                </a:solidFill>
              </a:rPr>
              <a:t>Benchmark de mercado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Aplicaciones similares desarrolladas por terceros suelen requerir entre 4 y 8 meses.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Costo de desarrollo de mercado para una solución empresarial equivalente: USD 40k a USD 120k, según alcance e integraciones.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Un MVP interno puede reducir significativamente el costo aprovechando recursos propios.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C81"/>
                </a:solidFill>
              </a:rPr>
              <a:t>Propuesta y próximos pasos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Validar alcance MVP y modelo de datos.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Construir backlog priorizado.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Ejecutar piloto con Arquitectura de Seguridad y CISOs.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Evolucionar hacia una plataforma corporativa de gobierno tecnológico.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15ead3b-a842-409e-8059-3e3468c48585}" enabled="1" method="Standard" siteId="{5d93ebcc-f769-4380-8b7e-289fc972da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Landscape TSI</dc:subject>
  <dc:creator>Jean Lau A.</dc:creator>
  <cp:lastModifiedBy>Jean Lau A.</cp:lastModifiedBy>
  <cp:revision>2</cp:revision>
  <dcterms:created xsi:type="dcterms:W3CDTF">2026-08-24T22:01:46Z</dcterms:created>
  <dcterms:modified xsi:type="dcterms:W3CDTF">2026-08-24T22:07:12Z</dcterms:modified>
</cp:coreProperties>
</file>