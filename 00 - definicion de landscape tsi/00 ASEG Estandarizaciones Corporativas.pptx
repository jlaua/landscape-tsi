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30"/>
  </p:notesMasterIdLst>
  <p:sldIdLst>
    <p:sldId id="374" r:id="rId5"/>
    <p:sldId id="281" r:id="rId6"/>
    <p:sldId id="2147477876" r:id="rId7"/>
    <p:sldId id="2147477879" r:id="rId8"/>
    <p:sldId id="2147477880" r:id="rId9"/>
    <p:sldId id="2147477901" r:id="rId10"/>
    <p:sldId id="2147477881" r:id="rId11"/>
    <p:sldId id="2147477882" r:id="rId12"/>
    <p:sldId id="2147477898" r:id="rId13"/>
    <p:sldId id="2147477900" r:id="rId14"/>
    <p:sldId id="2147472656" r:id="rId15"/>
    <p:sldId id="295" r:id="rId16"/>
    <p:sldId id="282" r:id="rId17"/>
    <p:sldId id="283" r:id="rId18"/>
    <p:sldId id="289" r:id="rId19"/>
    <p:sldId id="288" r:id="rId20"/>
    <p:sldId id="287" r:id="rId21"/>
    <p:sldId id="280" r:id="rId22"/>
    <p:sldId id="290" r:id="rId23"/>
    <p:sldId id="291" r:id="rId24"/>
    <p:sldId id="292" r:id="rId25"/>
    <p:sldId id="293" r:id="rId26"/>
    <p:sldId id="296" r:id="rId27"/>
    <p:sldId id="284" r:id="rId28"/>
    <p:sldId id="294" r:id="rId2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DF97CF-EE09-4566-7F99-79F6F02DB672}" name="Mauricio Benavides Loli" initials="MB" userId="S::mbenavides@bcp.com.pe::887760d8-7344-47d5-8c8b-5e2a7512a8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CF"/>
    <a:srgbClr val="00B0F0"/>
    <a:srgbClr val="FFFF00"/>
    <a:srgbClr val="4F67A2"/>
    <a:srgbClr val="03C3BA"/>
    <a:srgbClr val="03C2A2"/>
    <a:srgbClr val="EC3A3B"/>
    <a:srgbClr val="2B8597"/>
    <a:srgbClr val="FFFFFF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94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B9397-F06C-40DB-8395-7BF315A74FF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D63BC6A3-F9A6-479A-A886-9DD0B014ABA8}">
      <dgm:prSet phldrT="[Texto]" custT="1"/>
      <dgm:spPr>
        <a:solidFill>
          <a:srgbClr val="00B050"/>
        </a:solidFill>
      </dgm:spPr>
      <dgm:t>
        <a:bodyPr/>
        <a:lstStyle/>
        <a:p>
          <a:r>
            <a:rPr lang="es-PE" sz="1600" b="1" err="1"/>
            <a:t>Capability</a:t>
          </a:r>
          <a:endParaRPr lang="es-PE" sz="1600" b="1"/>
        </a:p>
      </dgm:t>
    </dgm:pt>
    <dgm:pt modelId="{6EA9A099-C347-4467-8EF6-C77AEBD4DC12}" type="parTrans" cxnId="{0B44EA86-EC9E-4EE5-B767-AF76E7805F9D}">
      <dgm:prSet/>
      <dgm:spPr/>
      <dgm:t>
        <a:bodyPr/>
        <a:lstStyle/>
        <a:p>
          <a:endParaRPr lang="es-PE" sz="1600" b="1"/>
        </a:p>
      </dgm:t>
    </dgm:pt>
    <dgm:pt modelId="{CBCCA857-A45A-44BD-90F1-DE2929676C70}" type="sibTrans" cxnId="{0B44EA86-EC9E-4EE5-B767-AF76E7805F9D}">
      <dgm:prSet/>
      <dgm:spPr/>
      <dgm:t>
        <a:bodyPr/>
        <a:lstStyle/>
        <a:p>
          <a:endParaRPr lang="es-PE" sz="1600" b="1"/>
        </a:p>
      </dgm:t>
    </dgm:pt>
    <dgm:pt modelId="{4DC4B4FD-7C65-48D3-8D72-873135DDF769}">
      <dgm:prSet phldrT="[Texto]" custT="1"/>
      <dgm:spPr>
        <a:solidFill>
          <a:srgbClr val="00B050"/>
        </a:solidFill>
      </dgm:spPr>
      <dgm:t>
        <a:bodyPr/>
        <a:lstStyle/>
        <a:p>
          <a:r>
            <a:rPr lang="es-PE" sz="1600" b="1" err="1"/>
            <a:t>Capability</a:t>
          </a:r>
          <a:endParaRPr lang="es-PE" sz="1600" b="1"/>
        </a:p>
      </dgm:t>
    </dgm:pt>
    <dgm:pt modelId="{1B004647-1B23-4E7B-8A69-827A9FC146FD}" type="parTrans" cxnId="{A289C083-7F93-4F33-AD4C-B585C1B3E1EA}">
      <dgm:prSet/>
      <dgm:spPr/>
      <dgm:t>
        <a:bodyPr/>
        <a:lstStyle/>
        <a:p>
          <a:endParaRPr lang="es-PE" sz="1600" b="1"/>
        </a:p>
      </dgm:t>
    </dgm:pt>
    <dgm:pt modelId="{90D607FF-213F-4CB9-BBC8-C1066C45C8F4}" type="sibTrans" cxnId="{A289C083-7F93-4F33-AD4C-B585C1B3E1EA}">
      <dgm:prSet/>
      <dgm:spPr/>
      <dgm:t>
        <a:bodyPr/>
        <a:lstStyle/>
        <a:p>
          <a:endParaRPr lang="es-PE" sz="1600" b="1"/>
        </a:p>
      </dgm:t>
    </dgm:pt>
    <dgm:pt modelId="{34BE8672-C171-4122-A166-AB97DC29EF4E}">
      <dgm:prSet phldrT="[Texto]" custT="1"/>
      <dgm:spPr>
        <a:solidFill>
          <a:srgbClr val="FFFF00"/>
        </a:solidFill>
      </dgm:spPr>
      <dgm:t>
        <a:bodyPr/>
        <a:lstStyle/>
        <a:p>
          <a:r>
            <a:rPr lang="es-PE" sz="1600" b="1" err="1">
              <a:solidFill>
                <a:sysClr val="windowText" lastClr="000000"/>
              </a:solidFill>
            </a:rPr>
            <a:t>Capability</a:t>
          </a:r>
          <a:endParaRPr lang="es-PE" sz="1600" b="1">
            <a:solidFill>
              <a:sysClr val="windowText" lastClr="000000"/>
            </a:solidFill>
          </a:endParaRPr>
        </a:p>
      </dgm:t>
    </dgm:pt>
    <dgm:pt modelId="{67E80268-55BF-4500-8807-DE61F33B47B4}" type="parTrans" cxnId="{262319DC-4634-4B9D-952E-8592FA28E048}">
      <dgm:prSet/>
      <dgm:spPr/>
      <dgm:t>
        <a:bodyPr/>
        <a:lstStyle/>
        <a:p>
          <a:endParaRPr lang="es-PE" sz="1600" b="1"/>
        </a:p>
      </dgm:t>
    </dgm:pt>
    <dgm:pt modelId="{82F7E4A0-E0BE-4374-A888-6F39898E873D}" type="sibTrans" cxnId="{262319DC-4634-4B9D-952E-8592FA28E048}">
      <dgm:prSet/>
      <dgm:spPr/>
      <dgm:t>
        <a:bodyPr/>
        <a:lstStyle/>
        <a:p>
          <a:endParaRPr lang="es-PE" sz="1600" b="1"/>
        </a:p>
      </dgm:t>
    </dgm:pt>
    <dgm:pt modelId="{3EA94B0F-7153-4E48-BE18-9DFC93DC51E8}">
      <dgm:prSet phldrT="[Texto]" custT="1"/>
      <dgm:spPr>
        <a:solidFill>
          <a:srgbClr val="00B0F0"/>
        </a:solidFill>
      </dgm:spPr>
      <dgm:t>
        <a:bodyPr/>
        <a:lstStyle/>
        <a:p>
          <a:r>
            <a:rPr lang="es-PE" sz="1600" b="1" err="1"/>
            <a:t>Capability</a:t>
          </a:r>
          <a:endParaRPr lang="es-PE" sz="1600" b="1"/>
        </a:p>
      </dgm:t>
    </dgm:pt>
    <dgm:pt modelId="{CBBB63E7-B84E-44DB-8F4E-16F499896164}" type="parTrans" cxnId="{45C4CC32-C764-4D85-A426-780EC8439533}">
      <dgm:prSet/>
      <dgm:spPr/>
      <dgm:t>
        <a:bodyPr/>
        <a:lstStyle/>
        <a:p>
          <a:endParaRPr lang="es-PE" sz="1600" b="1"/>
        </a:p>
      </dgm:t>
    </dgm:pt>
    <dgm:pt modelId="{B58AE5B2-A60E-4F30-A1F6-B1F2B76B3BE9}" type="sibTrans" cxnId="{45C4CC32-C764-4D85-A426-780EC8439533}">
      <dgm:prSet/>
      <dgm:spPr/>
      <dgm:t>
        <a:bodyPr/>
        <a:lstStyle/>
        <a:p>
          <a:endParaRPr lang="es-PE" sz="1600" b="1"/>
        </a:p>
      </dgm:t>
    </dgm:pt>
    <dgm:pt modelId="{8CE3C3BB-66F3-4878-8559-C1217BC731E5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PE" sz="1600" b="1" err="1"/>
            <a:t>Capability</a:t>
          </a:r>
          <a:endParaRPr lang="es-PE" sz="1600" b="1"/>
        </a:p>
      </dgm:t>
    </dgm:pt>
    <dgm:pt modelId="{00CFC9B5-9B62-4BC9-AC31-5E19E7E27405}" type="parTrans" cxnId="{BF0DE6FC-0631-4C50-B8E9-4641F9075589}">
      <dgm:prSet/>
      <dgm:spPr/>
      <dgm:t>
        <a:bodyPr/>
        <a:lstStyle/>
        <a:p>
          <a:endParaRPr lang="es-PE" sz="1600" b="1"/>
        </a:p>
      </dgm:t>
    </dgm:pt>
    <dgm:pt modelId="{0769BEFC-3C32-40D9-8E5A-618527FD7583}" type="sibTrans" cxnId="{BF0DE6FC-0631-4C50-B8E9-4641F9075589}">
      <dgm:prSet/>
      <dgm:spPr/>
      <dgm:t>
        <a:bodyPr/>
        <a:lstStyle/>
        <a:p>
          <a:endParaRPr lang="es-PE" sz="1600" b="1"/>
        </a:p>
      </dgm:t>
    </dgm:pt>
    <dgm:pt modelId="{961DD784-1724-40CD-95AC-2E01516F423E}" type="pres">
      <dgm:prSet presAssocID="{27BB9397-F06C-40DB-8395-7BF315A74FFA}" presName="diagram" presStyleCnt="0">
        <dgm:presLayoutVars>
          <dgm:dir/>
          <dgm:resizeHandles val="exact"/>
        </dgm:presLayoutVars>
      </dgm:prSet>
      <dgm:spPr/>
    </dgm:pt>
    <dgm:pt modelId="{C403F197-8DAC-4172-849E-422E1C55165C}" type="pres">
      <dgm:prSet presAssocID="{D63BC6A3-F9A6-479A-A886-9DD0B014ABA8}" presName="node" presStyleLbl="node1" presStyleIdx="0" presStyleCnt="5">
        <dgm:presLayoutVars>
          <dgm:bulletEnabled val="1"/>
        </dgm:presLayoutVars>
      </dgm:prSet>
      <dgm:spPr/>
    </dgm:pt>
    <dgm:pt modelId="{A831D7AD-950F-4E40-8508-2B0372DF1FE8}" type="pres">
      <dgm:prSet presAssocID="{CBCCA857-A45A-44BD-90F1-DE2929676C70}" presName="sibTrans" presStyleCnt="0"/>
      <dgm:spPr/>
    </dgm:pt>
    <dgm:pt modelId="{60D800AB-4250-408C-877A-43718A019A90}" type="pres">
      <dgm:prSet presAssocID="{4DC4B4FD-7C65-48D3-8D72-873135DDF769}" presName="node" presStyleLbl="node1" presStyleIdx="1" presStyleCnt="5">
        <dgm:presLayoutVars>
          <dgm:bulletEnabled val="1"/>
        </dgm:presLayoutVars>
      </dgm:prSet>
      <dgm:spPr/>
    </dgm:pt>
    <dgm:pt modelId="{9F9074A2-C97C-41DC-8EB1-A860E94230A9}" type="pres">
      <dgm:prSet presAssocID="{90D607FF-213F-4CB9-BBC8-C1066C45C8F4}" presName="sibTrans" presStyleCnt="0"/>
      <dgm:spPr/>
    </dgm:pt>
    <dgm:pt modelId="{4CE91EEC-0DEB-4BA7-8665-0F641F71003F}" type="pres">
      <dgm:prSet presAssocID="{34BE8672-C171-4122-A166-AB97DC29EF4E}" presName="node" presStyleLbl="node1" presStyleIdx="2" presStyleCnt="5">
        <dgm:presLayoutVars>
          <dgm:bulletEnabled val="1"/>
        </dgm:presLayoutVars>
      </dgm:prSet>
      <dgm:spPr/>
    </dgm:pt>
    <dgm:pt modelId="{E0D1F5B9-3741-4507-816E-A22B5E5D6790}" type="pres">
      <dgm:prSet presAssocID="{82F7E4A0-E0BE-4374-A888-6F39898E873D}" presName="sibTrans" presStyleCnt="0"/>
      <dgm:spPr/>
    </dgm:pt>
    <dgm:pt modelId="{50DF3AD8-BEB6-4310-A7D0-9F62D6116653}" type="pres">
      <dgm:prSet presAssocID="{3EA94B0F-7153-4E48-BE18-9DFC93DC51E8}" presName="node" presStyleLbl="node1" presStyleIdx="3" presStyleCnt="5">
        <dgm:presLayoutVars>
          <dgm:bulletEnabled val="1"/>
        </dgm:presLayoutVars>
      </dgm:prSet>
      <dgm:spPr/>
    </dgm:pt>
    <dgm:pt modelId="{2D3B4721-28CB-495A-90E0-D5F375A08D29}" type="pres">
      <dgm:prSet presAssocID="{B58AE5B2-A60E-4F30-A1F6-B1F2B76B3BE9}" presName="sibTrans" presStyleCnt="0"/>
      <dgm:spPr/>
    </dgm:pt>
    <dgm:pt modelId="{BA4334BB-FFFA-4DB9-A54C-43810FBA6D65}" type="pres">
      <dgm:prSet presAssocID="{8CE3C3BB-66F3-4878-8559-C1217BC731E5}" presName="node" presStyleLbl="node1" presStyleIdx="4" presStyleCnt="5">
        <dgm:presLayoutVars>
          <dgm:bulletEnabled val="1"/>
        </dgm:presLayoutVars>
      </dgm:prSet>
      <dgm:spPr/>
    </dgm:pt>
  </dgm:ptLst>
  <dgm:cxnLst>
    <dgm:cxn modelId="{FF05B509-BFED-40C1-87B0-C2C70A3C0964}" type="presOf" srcId="{8CE3C3BB-66F3-4878-8559-C1217BC731E5}" destId="{BA4334BB-FFFA-4DB9-A54C-43810FBA6D65}" srcOrd="0" destOrd="0" presId="urn:microsoft.com/office/officeart/2005/8/layout/default"/>
    <dgm:cxn modelId="{88CA1329-4AB7-41EF-BCDE-7C887323B64E}" type="presOf" srcId="{34BE8672-C171-4122-A166-AB97DC29EF4E}" destId="{4CE91EEC-0DEB-4BA7-8665-0F641F71003F}" srcOrd="0" destOrd="0" presId="urn:microsoft.com/office/officeart/2005/8/layout/default"/>
    <dgm:cxn modelId="{45C4CC32-C764-4D85-A426-780EC8439533}" srcId="{27BB9397-F06C-40DB-8395-7BF315A74FFA}" destId="{3EA94B0F-7153-4E48-BE18-9DFC93DC51E8}" srcOrd="3" destOrd="0" parTransId="{CBBB63E7-B84E-44DB-8F4E-16F499896164}" sibTransId="{B58AE5B2-A60E-4F30-A1F6-B1F2B76B3BE9}"/>
    <dgm:cxn modelId="{30819F73-2626-42C5-9F65-9383D2154EB5}" type="presOf" srcId="{27BB9397-F06C-40DB-8395-7BF315A74FFA}" destId="{961DD784-1724-40CD-95AC-2E01516F423E}" srcOrd="0" destOrd="0" presId="urn:microsoft.com/office/officeart/2005/8/layout/default"/>
    <dgm:cxn modelId="{7BD86181-7DAD-4376-84DF-094DD2BE8B07}" type="presOf" srcId="{4DC4B4FD-7C65-48D3-8D72-873135DDF769}" destId="{60D800AB-4250-408C-877A-43718A019A90}" srcOrd="0" destOrd="0" presId="urn:microsoft.com/office/officeart/2005/8/layout/default"/>
    <dgm:cxn modelId="{A289C083-7F93-4F33-AD4C-B585C1B3E1EA}" srcId="{27BB9397-F06C-40DB-8395-7BF315A74FFA}" destId="{4DC4B4FD-7C65-48D3-8D72-873135DDF769}" srcOrd="1" destOrd="0" parTransId="{1B004647-1B23-4E7B-8A69-827A9FC146FD}" sibTransId="{90D607FF-213F-4CB9-BBC8-C1066C45C8F4}"/>
    <dgm:cxn modelId="{0B44EA86-EC9E-4EE5-B767-AF76E7805F9D}" srcId="{27BB9397-F06C-40DB-8395-7BF315A74FFA}" destId="{D63BC6A3-F9A6-479A-A886-9DD0B014ABA8}" srcOrd="0" destOrd="0" parTransId="{6EA9A099-C347-4467-8EF6-C77AEBD4DC12}" sibTransId="{CBCCA857-A45A-44BD-90F1-DE2929676C70}"/>
    <dgm:cxn modelId="{E112D4AE-D61F-452A-81FB-E1EFEDB69B2B}" type="presOf" srcId="{3EA94B0F-7153-4E48-BE18-9DFC93DC51E8}" destId="{50DF3AD8-BEB6-4310-A7D0-9F62D6116653}" srcOrd="0" destOrd="0" presId="urn:microsoft.com/office/officeart/2005/8/layout/default"/>
    <dgm:cxn modelId="{262319DC-4634-4B9D-952E-8592FA28E048}" srcId="{27BB9397-F06C-40DB-8395-7BF315A74FFA}" destId="{34BE8672-C171-4122-A166-AB97DC29EF4E}" srcOrd="2" destOrd="0" parTransId="{67E80268-55BF-4500-8807-DE61F33B47B4}" sibTransId="{82F7E4A0-E0BE-4374-A888-6F39898E873D}"/>
    <dgm:cxn modelId="{A77913F5-83C6-4509-89F1-42A2FD60EFC4}" type="presOf" srcId="{D63BC6A3-F9A6-479A-A886-9DD0B014ABA8}" destId="{C403F197-8DAC-4172-849E-422E1C55165C}" srcOrd="0" destOrd="0" presId="urn:microsoft.com/office/officeart/2005/8/layout/default"/>
    <dgm:cxn modelId="{BF0DE6FC-0631-4C50-B8E9-4641F9075589}" srcId="{27BB9397-F06C-40DB-8395-7BF315A74FFA}" destId="{8CE3C3BB-66F3-4878-8559-C1217BC731E5}" srcOrd="4" destOrd="0" parTransId="{00CFC9B5-9B62-4BC9-AC31-5E19E7E27405}" sibTransId="{0769BEFC-3C32-40D9-8E5A-618527FD7583}"/>
    <dgm:cxn modelId="{032BC391-B8BB-47AA-A1A9-4DA516BD65EF}" type="presParOf" srcId="{961DD784-1724-40CD-95AC-2E01516F423E}" destId="{C403F197-8DAC-4172-849E-422E1C55165C}" srcOrd="0" destOrd="0" presId="urn:microsoft.com/office/officeart/2005/8/layout/default"/>
    <dgm:cxn modelId="{6441D72F-897B-4F0B-8AC4-B59DF2314CB2}" type="presParOf" srcId="{961DD784-1724-40CD-95AC-2E01516F423E}" destId="{A831D7AD-950F-4E40-8508-2B0372DF1FE8}" srcOrd="1" destOrd="0" presId="urn:microsoft.com/office/officeart/2005/8/layout/default"/>
    <dgm:cxn modelId="{7321AAB4-FB3C-4F56-844A-B688B2EC3DF3}" type="presParOf" srcId="{961DD784-1724-40CD-95AC-2E01516F423E}" destId="{60D800AB-4250-408C-877A-43718A019A90}" srcOrd="2" destOrd="0" presId="urn:microsoft.com/office/officeart/2005/8/layout/default"/>
    <dgm:cxn modelId="{88DFA2A0-6C6E-48C8-89A2-8672B6212188}" type="presParOf" srcId="{961DD784-1724-40CD-95AC-2E01516F423E}" destId="{9F9074A2-C97C-41DC-8EB1-A860E94230A9}" srcOrd="3" destOrd="0" presId="urn:microsoft.com/office/officeart/2005/8/layout/default"/>
    <dgm:cxn modelId="{7ADA5805-B2F5-47AF-AAD8-6BFFBD8A4B9F}" type="presParOf" srcId="{961DD784-1724-40CD-95AC-2E01516F423E}" destId="{4CE91EEC-0DEB-4BA7-8665-0F641F71003F}" srcOrd="4" destOrd="0" presId="urn:microsoft.com/office/officeart/2005/8/layout/default"/>
    <dgm:cxn modelId="{BAAEF067-969F-43EF-A1FE-29CA3B7E5862}" type="presParOf" srcId="{961DD784-1724-40CD-95AC-2E01516F423E}" destId="{E0D1F5B9-3741-4507-816E-A22B5E5D6790}" srcOrd="5" destOrd="0" presId="urn:microsoft.com/office/officeart/2005/8/layout/default"/>
    <dgm:cxn modelId="{C2A58A84-FE1A-42F0-9C11-E1178BBE232E}" type="presParOf" srcId="{961DD784-1724-40CD-95AC-2E01516F423E}" destId="{50DF3AD8-BEB6-4310-A7D0-9F62D6116653}" srcOrd="6" destOrd="0" presId="urn:microsoft.com/office/officeart/2005/8/layout/default"/>
    <dgm:cxn modelId="{C22DEBA5-80D2-4178-99D9-48E119355153}" type="presParOf" srcId="{961DD784-1724-40CD-95AC-2E01516F423E}" destId="{2D3B4721-28CB-495A-90E0-D5F375A08D29}" srcOrd="7" destOrd="0" presId="urn:microsoft.com/office/officeart/2005/8/layout/default"/>
    <dgm:cxn modelId="{3559DEA2-0336-4201-8A64-76E8A926D673}" type="presParOf" srcId="{961DD784-1724-40CD-95AC-2E01516F423E}" destId="{BA4334BB-FFFA-4DB9-A54C-43810FBA6D6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4FE9E7-1913-43C2-9638-B8B6C35C5B99}" type="doc">
      <dgm:prSet loTypeId="urn:microsoft.com/office/officeart/2005/8/layout/hProcess1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s-PE"/>
        </a:p>
      </dgm:t>
    </dgm:pt>
    <dgm:pt modelId="{D20FA607-F788-4D41-8607-94C1D0FEDF66}">
      <dgm:prSet phldrT="[Texto]"/>
      <dgm:spPr/>
      <dgm:t>
        <a:bodyPr/>
        <a:lstStyle/>
        <a:p>
          <a:r>
            <a:rPr lang="es-PE"/>
            <a:t>Actualizar</a:t>
          </a:r>
        </a:p>
      </dgm:t>
    </dgm:pt>
    <dgm:pt modelId="{93CC45DB-3A82-4702-A965-BFFB12C0FB7E}" type="parTrans" cxnId="{168460FF-AA70-4542-AE38-375ABF4BD8B6}">
      <dgm:prSet/>
      <dgm:spPr/>
      <dgm:t>
        <a:bodyPr/>
        <a:lstStyle/>
        <a:p>
          <a:endParaRPr lang="es-PE"/>
        </a:p>
      </dgm:t>
    </dgm:pt>
    <dgm:pt modelId="{E85CBCA4-D75B-4707-829F-BE82532B535F}" type="sibTrans" cxnId="{168460FF-AA70-4542-AE38-375ABF4BD8B6}">
      <dgm:prSet/>
      <dgm:spPr/>
      <dgm:t>
        <a:bodyPr/>
        <a:lstStyle/>
        <a:p>
          <a:endParaRPr lang="es-PE"/>
        </a:p>
      </dgm:t>
    </dgm:pt>
    <dgm:pt modelId="{62EFD688-570C-4D45-9521-91E9C1197C62}">
      <dgm:prSet phldrT="[Texto]"/>
      <dgm:spPr/>
      <dgm:t>
        <a:bodyPr/>
        <a:lstStyle/>
        <a:p>
          <a:r>
            <a:rPr lang="es-PE"/>
            <a:t>Revisar y Aprobar</a:t>
          </a:r>
        </a:p>
      </dgm:t>
    </dgm:pt>
    <dgm:pt modelId="{BE3BF827-5917-42F8-A66F-5E10283C2FA6}" type="parTrans" cxnId="{36AB94E9-754E-4943-9928-163E4F2FE63A}">
      <dgm:prSet/>
      <dgm:spPr/>
      <dgm:t>
        <a:bodyPr/>
        <a:lstStyle/>
        <a:p>
          <a:endParaRPr lang="es-PE"/>
        </a:p>
      </dgm:t>
    </dgm:pt>
    <dgm:pt modelId="{F6E13383-C21C-4E86-B3C0-951482D4A70E}" type="sibTrans" cxnId="{36AB94E9-754E-4943-9928-163E4F2FE63A}">
      <dgm:prSet/>
      <dgm:spPr/>
      <dgm:t>
        <a:bodyPr/>
        <a:lstStyle/>
        <a:p>
          <a:endParaRPr lang="es-PE"/>
        </a:p>
      </dgm:t>
    </dgm:pt>
    <dgm:pt modelId="{83BF60D2-20F0-49ED-A127-45B7643F1EF5}">
      <dgm:prSet phldrT="[Texto]"/>
      <dgm:spPr/>
      <dgm:t>
        <a:bodyPr/>
        <a:lstStyle/>
        <a:p>
          <a:r>
            <a:rPr lang="es-PE"/>
            <a:t>Documentar</a:t>
          </a:r>
        </a:p>
      </dgm:t>
    </dgm:pt>
    <dgm:pt modelId="{ABF04D3A-8D3B-44CD-8430-D39E16FED831}" type="parTrans" cxnId="{D571CD08-9278-4315-9339-CABAA94EDF28}">
      <dgm:prSet/>
      <dgm:spPr/>
      <dgm:t>
        <a:bodyPr/>
        <a:lstStyle/>
        <a:p>
          <a:endParaRPr lang="es-PE"/>
        </a:p>
      </dgm:t>
    </dgm:pt>
    <dgm:pt modelId="{186B8397-7DB1-4A12-99E8-E1A9C693CA45}" type="sibTrans" cxnId="{D571CD08-9278-4315-9339-CABAA94EDF28}">
      <dgm:prSet/>
      <dgm:spPr/>
      <dgm:t>
        <a:bodyPr/>
        <a:lstStyle/>
        <a:p>
          <a:endParaRPr lang="es-PE"/>
        </a:p>
      </dgm:t>
    </dgm:pt>
    <dgm:pt modelId="{7A76FCBA-0A03-42C1-9D87-BFB140ED27A6}">
      <dgm:prSet phldrT="[Texto]"/>
      <dgm:spPr/>
      <dgm:t>
        <a:bodyPr/>
        <a:lstStyle/>
        <a:p>
          <a:r>
            <a:rPr lang="es-PE"/>
            <a:t>Socializar</a:t>
          </a:r>
        </a:p>
      </dgm:t>
    </dgm:pt>
    <dgm:pt modelId="{D2FB258D-87E0-419A-BC15-9A6362A74006}" type="parTrans" cxnId="{1657F253-BFAC-4361-8B53-CE0171E99C11}">
      <dgm:prSet/>
      <dgm:spPr/>
      <dgm:t>
        <a:bodyPr/>
        <a:lstStyle/>
        <a:p>
          <a:endParaRPr lang="es-PE"/>
        </a:p>
      </dgm:t>
    </dgm:pt>
    <dgm:pt modelId="{E864A769-DE99-4334-B2D0-7181B8123A06}" type="sibTrans" cxnId="{1657F253-BFAC-4361-8B53-CE0171E99C11}">
      <dgm:prSet/>
      <dgm:spPr/>
      <dgm:t>
        <a:bodyPr/>
        <a:lstStyle/>
        <a:p>
          <a:endParaRPr lang="es-PE"/>
        </a:p>
      </dgm:t>
    </dgm:pt>
    <dgm:pt modelId="{6AC792B2-02AA-477E-95C7-8CF3F593A712}" type="pres">
      <dgm:prSet presAssocID="{F94FE9E7-1913-43C2-9638-B8B6C35C5B99}" presName="Name0" presStyleCnt="0">
        <dgm:presLayoutVars>
          <dgm:dir/>
          <dgm:resizeHandles val="exact"/>
        </dgm:presLayoutVars>
      </dgm:prSet>
      <dgm:spPr/>
    </dgm:pt>
    <dgm:pt modelId="{4BE1A5FE-2194-4EF1-BF54-B76F3C57B8DB}" type="pres">
      <dgm:prSet presAssocID="{F94FE9E7-1913-43C2-9638-B8B6C35C5B99}" presName="arrow" presStyleLbl="bgShp" presStyleIdx="0" presStyleCnt="1"/>
      <dgm:spPr/>
    </dgm:pt>
    <dgm:pt modelId="{5B76D98F-A510-414B-8C6C-E9FF91EF5004}" type="pres">
      <dgm:prSet presAssocID="{F94FE9E7-1913-43C2-9638-B8B6C35C5B99}" presName="points" presStyleCnt="0"/>
      <dgm:spPr/>
    </dgm:pt>
    <dgm:pt modelId="{18367464-E15A-45FA-B8AE-D10C88403159}" type="pres">
      <dgm:prSet presAssocID="{D20FA607-F788-4D41-8607-94C1D0FEDF66}" presName="compositeA" presStyleCnt="0"/>
      <dgm:spPr/>
    </dgm:pt>
    <dgm:pt modelId="{FEB2EA1C-1CF0-418E-BC11-7A1605884C1C}" type="pres">
      <dgm:prSet presAssocID="{D20FA607-F788-4D41-8607-94C1D0FEDF66}" presName="textA" presStyleLbl="revTx" presStyleIdx="0" presStyleCnt="4">
        <dgm:presLayoutVars>
          <dgm:bulletEnabled val="1"/>
        </dgm:presLayoutVars>
      </dgm:prSet>
      <dgm:spPr/>
    </dgm:pt>
    <dgm:pt modelId="{35771CE3-EA10-400C-977C-56398CCBF87B}" type="pres">
      <dgm:prSet presAssocID="{D20FA607-F788-4D41-8607-94C1D0FEDF66}" presName="circleA" presStyleLbl="node1" presStyleIdx="0" presStyleCnt="4"/>
      <dgm:spPr/>
    </dgm:pt>
    <dgm:pt modelId="{F99C4C69-FC52-4713-91ED-C6D2FBDF7F53}" type="pres">
      <dgm:prSet presAssocID="{D20FA607-F788-4D41-8607-94C1D0FEDF66}" presName="spaceA" presStyleCnt="0"/>
      <dgm:spPr/>
    </dgm:pt>
    <dgm:pt modelId="{1E872D53-2A43-45DD-B276-BD06AFF8AD2B}" type="pres">
      <dgm:prSet presAssocID="{E85CBCA4-D75B-4707-829F-BE82532B535F}" presName="space" presStyleCnt="0"/>
      <dgm:spPr/>
    </dgm:pt>
    <dgm:pt modelId="{763511CC-CD44-493D-95D8-601F3BF106E4}" type="pres">
      <dgm:prSet presAssocID="{62EFD688-570C-4D45-9521-91E9C1197C62}" presName="compositeB" presStyleCnt="0"/>
      <dgm:spPr/>
    </dgm:pt>
    <dgm:pt modelId="{668EF202-A7B3-4A34-B99A-7AC4AEE83055}" type="pres">
      <dgm:prSet presAssocID="{62EFD688-570C-4D45-9521-91E9C1197C62}" presName="textB" presStyleLbl="revTx" presStyleIdx="1" presStyleCnt="4">
        <dgm:presLayoutVars>
          <dgm:bulletEnabled val="1"/>
        </dgm:presLayoutVars>
      </dgm:prSet>
      <dgm:spPr/>
    </dgm:pt>
    <dgm:pt modelId="{C4177AAB-1884-40A8-84D0-7AD0F353EBF1}" type="pres">
      <dgm:prSet presAssocID="{62EFD688-570C-4D45-9521-91E9C1197C62}" presName="circleB" presStyleLbl="node1" presStyleIdx="1" presStyleCnt="4"/>
      <dgm:spPr/>
    </dgm:pt>
    <dgm:pt modelId="{09C5C46A-6378-454F-93A7-E5BF3574685B}" type="pres">
      <dgm:prSet presAssocID="{62EFD688-570C-4D45-9521-91E9C1197C62}" presName="spaceB" presStyleCnt="0"/>
      <dgm:spPr/>
    </dgm:pt>
    <dgm:pt modelId="{0F1E1E3C-DFE4-40F9-8B55-8AE2B0CECC9D}" type="pres">
      <dgm:prSet presAssocID="{F6E13383-C21C-4E86-B3C0-951482D4A70E}" presName="space" presStyleCnt="0"/>
      <dgm:spPr/>
    </dgm:pt>
    <dgm:pt modelId="{FED8A41E-5243-47C7-B931-D6F2222172AC}" type="pres">
      <dgm:prSet presAssocID="{83BF60D2-20F0-49ED-A127-45B7643F1EF5}" presName="compositeA" presStyleCnt="0"/>
      <dgm:spPr/>
    </dgm:pt>
    <dgm:pt modelId="{2EFC6CA9-EF6B-4B7D-A01E-A2BABB643C43}" type="pres">
      <dgm:prSet presAssocID="{83BF60D2-20F0-49ED-A127-45B7643F1EF5}" presName="textA" presStyleLbl="revTx" presStyleIdx="2" presStyleCnt="4">
        <dgm:presLayoutVars>
          <dgm:bulletEnabled val="1"/>
        </dgm:presLayoutVars>
      </dgm:prSet>
      <dgm:spPr/>
    </dgm:pt>
    <dgm:pt modelId="{219187AD-099C-4CE4-BC33-FEFE5A51994C}" type="pres">
      <dgm:prSet presAssocID="{83BF60D2-20F0-49ED-A127-45B7643F1EF5}" presName="circleA" presStyleLbl="node1" presStyleIdx="2" presStyleCnt="4"/>
      <dgm:spPr/>
    </dgm:pt>
    <dgm:pt modelId="{80644805-A68D-42E0-8EF0-E861BD7016F5}" type="pres">
      <dgm:prSet presAssocID="{83BF60D2-20F0-49ED-A127-45B7643F1EF5}" presName="spaceA" presStyleCnt="0"/>
      <dgm:spPr/>
    </dgm:pt>
    <dgm:pt modelId="{601A27F6-B1B8-423E-8E81-8CEAA4BCAFAB}" type="pres">
      <dgm:prSet presAssocID="{186B8397-7DB1-4A12-99E8-E1A9C693CA45}" presName="space" presStyleCnt="0"/>
      <dgm:spPr/>
    </dgm:pt>
    <dgm:pt modelId="{4A89AE3B-2880-47AE-99A2-13ADA4351095}" type="pres">
      <dgm:prSet presAssocID="{7A76FCBA-0A03-42C1-9D87-BFB140ED27A6}" presName="compositeB" presStyleCnt="0"/>
      <dgm:spPr/>
    </dgm:pt>
    <dgm:pt modelId="{7E7BCFD7-88FD-4391-8B22-FB4739F019B0}" type="pres">
      <dgm:prSet presAssocID="{7A76FCBA-0A03-42C1-9D87-BFB140ED27A6}" presName="textB" presStyleLbl="revTx" presStyleIdx="3" presStyleCnt="4">
        <dgm:presLayoutVars>
          <dgm:bulletEnabled val="1"/>
        </dgm:presLayoutVars>
      </dgm:prSet>
      <dgm:spPr/>
    </dgm:pt>
    <dgm:pt modelId="{BE64B5C8-A9ED-4FBE-8E84-729D1068D5AE}" type="pres">
      <dgm:prSet presAssocID="{7A76FCBA-0A03-42C1-9D87-BFB140ED27A6}" presName="circleB" presStyleLbl="node1" presStyleIdx="3" presStyleCnt="4"/>
      <dgm:spPr/>
    </dgm:pt>
    <dgm:pt modelId="{D67B6C15-2190-46B7-B803-FADF2FC187F9}" type="pres">
      <dgm:prSet presAssocID="{7A76FCBA-0A03-42C1-9D87-BFB140ED27A6}" presName="spaceB" presStyleCnt="0"/>
      <dgm:spPr/>
    </dgm:pt>
  </dgm:ptLst>
  <dgm:cxnLst>
    <dgm:cxn modelId="{D571CD08-9278-4315-9339-CABAA94EDF28}" srcId="{F94FE9E7-1913-43C2-9638-B8B6C35C5B99}" destId="{83BF60D2-20F0-49ED-A127-45B7643F1EF5}" srcOrd="2" destOrd="0" parTransId="{ABF04D3A-8D3B-44CD-8430-D39E16FED831}" sibTransId="{186B8397-7DB1-4A12-99E8-E1A9C693CA45}"/>
    <dgm:cxn modelId="{2F16366C-56B1-4E9E-A5CE-D1C089145628}" type="presOf" srcId="{83BF60D2-20F0-49ED-A127-45B7643F1EF5}" destId="{2EFC6CA9-EF6B-4B7D-A01E-A2BABB643C43}" srcOrd="0" destOrd="0" presId="urn:microsoft.com/office/officeart/2005/8/layout/hProcess11"/>
    <dgm:cxn modelId="{1657F253-BFAC-4361-8B53-CE0171E99C11}" srcId="{F94FE9E7-1913-43C2-9638-B8B6C35C5B99}" destId="{7A76FCBA-0A03-42C1-9D87-BFB140ED27A6}" srcOrd="3" destOrd="0" parTransId="{D2FB258D-87E0-419A-BC15-9A6362A74006}" sibTransId="{E864A769-DE99-4334-B2D0-7181B8123A06}"/>
    <dgm:cxn modelId="{52B99183-3AF5-4C31-8CDF-09FCB2610394}" type="presOf" srcId="{D20FA607-F788-4D41-8607-94C1D0FEDF66}" destId="{FEB2EA1C-1CF0-418E-BC11-7A1605884C1C}" srcOrd="0" destOrd="0" presId="urn:microsoft.com/office/officeart/2005/8/layout/hProcess11"/>
    <dgm:cxn modelId="{BDAAB38B-BE68-40B8-AEB8-2944E7C212BF}" type="presOf" srcId="{7A76FCBA-0A03-42C1-9D87-BFB140ED27A6}" destId="{7E7BCFD7-88FD-4391-8B22-FB4739F019B0}" srcOrd="0" destOrd="0" presId="urn:microsoft.com/office/officeart/2005/8/layout/hProcess11"/>
    <dgm:cxn modelId="{6EAE0AB1-339F-4993-A8BD-50C629B984DF}" type="presOf" srcId="{62EFD688-570C-4D45-9521-91E9C1197C62}" destId="{668EF202-A7B3-4A34-B99A-7AC4AEE83055}" srcOrd="0" destOrd="0" presId="urn:microsoft.com/office/officeart/2005/8/layout/hProcess11"/>
    <dgm:cxn modelId="{36AB94E9-754E-4943-9928-163E4F2FE63A}" srcId="{F94FE9E7-1913-43C2-9638-B8B6C35C5B99}" destId="{62EFD688-570C-4D45-9521-91E9C1197C62}" srcOrd="1" destOrd="0" parTransId="{BE3BF827-5917-42F8-A66F-5E10283C2FA6}" sibTransId="{F6E13383-C21C-4E86-B3C0-951482D4A70E}"/>
    <dgm:cxn modelId="{261E48F5-DE96-4E03-941C-D51C76298770}" type="presOf" srcId="{F94FE9E7-1913-43C2-9638-B8B6C35C5B99}" destId="{6AC792B2-02AA-477E-95C7-8CF3F593A712}" srcOrd="0" destOrd="0" presId="urn:microsoft.com/office/officeart/2005/8/layout/hProcess11"/>
    <dgm:cxn modelId="{168460FF-AA70-4542-AE38-375ABF4BD8B6}" srcId="{F94FE9E7-1913-43C2-9638-B8B6C35C5B99}" destId="{D20FA607-F788-4D41-8607-94C1D0FEDF66}" srcOrd="0" destOrd="0" parTransId="{93CC45DB-3A82-4702-A965-BFFB12C0FB7E}" sibTransId="{E85CBCA4-D75B-4707-829F-BE82532B535F}"/>
    <dgm:cxn modelId="{6D88826F-A569-4463-AFB0-B063A3EB4984}" type="presParOf" srcId="{6AC792B2-02AA-477E-95C7-8CF3F593A712}" destId="{4BE1A5FE-2194-4EF1-BF54-B76F3C57B8DB}" srcOrd="0" destOrd="0" presId="urn:microsoft.com/office/officeart/2005/8/layout/hProcess11"/>
    <dgm:cxn modelId="{BFA6A9D0-6FF6-4184-8763-AB80AC318A12}" type="presParOf" srcId="{6AC792B2-02AA-477E-95C7-8CF3F593A712}" destId="{5B76D98F-A510-414B-8C6C-E9FF91EF5004}" srcOrd="1" destOrd="0" presId="urn:microsoft.com/office/officeart/2005/8/layout/hProcess11"/>
    <dgm:cxn modelId="{6F63084E-D540-4C7B-878F-0738835B3569}" type="presParOf" srcId="{5B76D98F-A510-414B-8C6C-E9FF91EF5004}" destId="{18367464-E15A-45FA-B8AE-D10C88403159}" srcOrd="0" destOrd="0" presId="urn:microsoft.com/office/officeart/2005/8/layout/hProcess11"/>
    <dgm:cxn modelId="{4401BA6D-C889-4873-A9CF-FD220A88AC2F}" type="presParOf" srcId="{18367464-E15A-45FA-B8AE-D10C88403159}" destId="{FEB2EA1C-1CF0-418E-BC11-7A1605884C1C}" srcOrd="0" destOrd="0" presId="urn:microsoft.com/office/officeart/2005/8/layout/hProcess11"/>
    <dgm:cxn modelId="{08516A06-F020-4568-A858-F27747FD0552}" type="presParOf" srcId="{18367464-E15A-45FA-B8AE-D10C88403159}" destId="{35771CE3-EA10-400C-977C-56398CCBF87B}" srcOrd="1" destOrd="0" presId="urn:microsoft.com/office/officeart/2005/8/layout/hProcess11"/>
    <dgm:cxn modelId="{4E06AB75-276B-4BC2-8497-9FC853985568}" type="presParOf" srcId="{18367464-E15A-45FA-B8AE-D10C88403159}" destId="{F99C4C69-FC52-4713-91ED-C6D2FBDF7F53}" srcOrd="2" destOrd="0" presId="urn:microsoft.com/office/officeart/2005/8/layout/hProcess11"/>
    <dgm:cxn modelId="{D75DAC26-A096-4B2E-A4F6-7BFF371CA268}" type="presParOf" srcId="{5B76D98F-A510-414B-8C6C-E9FF91EF5004}" destId="{1E872D53-2A43-45DD-B276-BD06AFF8AD2B}" srcOrd="1" destOrd="0" presId="urn:microsoft.com/office/officeart/2005/8/layout/hProcess11"/>
    <dgm:cxn modelId="{0E6C0530-16EB-4BBA-B8D3-C057ACA8A5C0}" type="presParOf" srcId="{5B76D98F-A510-414B-8C6C-E9FF91EF5004}" destId="{763511CC-CD44-493D-95D8-601F3BF106E4}" srcOrd="2" destOrd="0" presId="urn:microsoft.com/office/officeart/2005/8/layout/hProcess11"/>
    <dgm:cxn modelId="{53B645C6-449F-4AFB-8166-669E346BD7E1}" type="presParOf" srcId="{763511CC-CD44-493D-95D8-601F3BF106E4}" destId="{668EF202-A7B3-4A34-B99A-7AC4AEE83055}" srcOrd="0" destOrd="0" presId="urn:microsoft.com/office/officeart/2005/8/layout/hProcess11"/>
    <dgm:cxn modelId="{FC5F0923-C72C-46C3-9373-584E9189CA8F}" type="presParOf" srcId="{763511CC-CD44-493D-95D8-601F3BF106E4}" destId="{C4177AAB-1884-40A8-84D0-7AD0F353EBF1}" srcOrd="1" destOrd="0" presId="urn:microsoft.com/office/officeart/2005/8/layout/hProcess11"/>
    <dgm:cxn modelId="{133EE615-F35F-4000-83DF-B4A47FD48842}" type="presParOf" srcId="{763511CC-CD44-493D-95D8-601F3BF106E4}" destId="{09C5C46A-6378-454F-93A7-E5BF3574685B}" srcOrd="2" destOrd="0" presId="urn:microsoft.com/office/officeart/2005/8/layout/hProcess11"/>
    <dgm:cxn modelId="{E4546D64-0421-4F58-A1F3-68ECABD576D2}" type="presParOf" srcId="{5B76D98F-A510-414B-8C6C-E9FF91EF5004}" destId="{0F1E1E3C-DFE4-40F9-8B55-8AE2B0CECC9D}" srcOrd="3" destOrd="0" presId="urn:microsoft.com/office/officeart/2005/8/layout/hProcess11"/>
    <dgm:cxn modelId="{B9B0758B-6A4E-40F9-BFE9-EC58B7CD8BC0}" type="presParOf" srcId="{5B76D98F-A510-414B-8C6C-E9FF91EF5004}" destId="{FED8A41E-5243-47C7-B931-D6F2222172AC}" srcOrd="4" destOrd="0" presId="urn:microsoft.com/office/officeart/2005/8/layout/hProcess11"/>
    <dgm:cxn modelId="{0F25189C-085B-4AAB-9ED6-9EE46E998B4F}" type="presParOf" srcId="{FED8A41E-5243-47C7-B931-D6F2222172AC}" destId="{2EFC6CA9-EF6B-4B7D-A01E-A2BABB643C43}" srcOrd="0" destOrd="0" presId="urn:microsoft.com/office/officeart/2005/8/layout/hProcess11"/>
    <dgm:cxn modelId="{435887F7-A1CB-4F82-8EA0-A122F293ED64}" type="presParOf" srcId="{FED8A41E-5243-47C7-B931-D6F2222172AC}" destId="{219187AD-099C-4CE4-BC33-FEFE5A51994C}" srcOrd="1" destOrd="0" presId="urn:microsoft.com/office/officeart/2005/8/layout/hProcess11"/>
    <dgm:cxn modelId="{1CFFF470-6EC7-4897-B2D0-E8BCFFBA065F}" type="presParOf" srcId="{FED8A41E-5243-47C7-B931-D6F2222172AC}" destId="{80644805-A68D-42E0-8EF0-E861BD7016F5}" srcOrd="2" destOrd="0" presId="urn:microsoft.com/office/officeart/2005/8/layout/hProcess11"/>
    <dgm:cxn modelId="{3E476EAA-EFEF-4285-8868-AD5466D70A88}" type="presParOf" srcId="{5B76D98F-A510-414B-8C6C-E9FF91EF5004}" destId="{601A27F6-B1B8-423E-8E81-8CEAA4BCAFAB}" srcOrd="5" destOrd="0" presId="urn:microsoft.com/office/officeart/2005/8/layout/hProcess11"/>
    <dgm:cxn modelId="{2D905BCA-E5D1-4733-91DF-F63B4EF3164C}" type="presParOf" srcId="{5B76D98F-A510-414B-8C6C-E9FF91EF5004}" destId="{4A89AE3B-2880-47AE-99A2-13ADA4351095}" srcOrd="6" destOrd="0" presId="urn:microsoft.com/office/officeart/2005/8/layout/hProcess11"/>
    <dgm:cxn modelId="{76B2DF97-BFB0-4C8E-B4F3-2ACCC6E8493F}" type="presParOf" srcId="{4A89AE3B-2880-47AE-99A2-13ADA4351095}" destId="{7E7BCFD7-88FD-4391-8B22-FB4739F019B0}" srcOrd="0" destOrd="0" presId="urn:microsoft.com/office/officeart/2005/8/layout/hProcess11"/>
    <dgm:cxn modelId="{08335FDC-F193-4803-A61D-9EFAB6EF03A8}" type="presParOf" srcId="{4A89AE3B-2880-47AE-99A2-13ADA4351095}" destId="{BE64B5C8-A9ED-4FBE-8E84-729D1068D5AE}" srcOrd="1" destOrd="0" presId="urn:microsoft.com/office/officeart/2005/8/layout/hProcess11"/>
    <dgm:cxn modelId="{5BE70A70-D13B-4D0D-8F3B-2C7075FD6BAD}" type="presParOf" srcId="{4A89AE3B-2880-47AE-99A2-13ADA4351095}" destId="{D67B6C15-2190-46B7-B803-FADF2FC187F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4FE9E7-1913-43C2-9638-B8B6C35C5B99}" type="doc">
      <dgm:prSet loTypeId="urn:microsoft.com/office/officeart/2005/8/layout/hProcess1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s-PE"/>
        </a:p>
      </dgm:t>
    </dgm:pt>
    <dgm:pt modelId="{D20FA607-F788-4D41-8607-94C1D0FEDF66}">
      <dgm:prSet phldrT="[Texto]"/>
      <dgm:spPr/>
      <dgm:t>
        <a:bodyPr/>
        <a:lstStyle/>
        <a:p>
          <a:r>
            <a:rPr lang="es-PE"/>
            <a:t>Actualizar</a:t>
          </a:r>
        </a:p>
      </dgm:t>
    </dgm:pt>
    <dgm:pt modelId="{93CC45DB-3A82-4702-A965-BFFB12C0FB7E}" type="parTrans" cxnId="{168460FF-AA70-4542-AE38-375ABF4BD8B6}">
      <dgm:prSet/>
      <dgm:spPr/>
      <dgm:t>
        <a:bodyPr/>
        <a:lstStyle/>
        <a:p>
          <a:endParaRPr lang="es-PE"/>
        </a:p>
      </dgm:t>
    </dgm:pt>
    <dgm:pt modelId="{E85CBCA4-D75B-4707-829F-BE82532B535F}" type="sibTrans" cxnId="{168460FF-AA70-4542-AE38-375ABF4BD8B6}">
      <dgm:prSet/>
      <dgm:spPr/>
      <dgm:t>
        <a:bodyPr/>
        <a:lstStyle/>
        <a:p>
          <a:endParaRPr lang="es-PE"/>
        </a:p>
      </dgm:t>
    </dgm:pt>
    <dgm:pt modelId="{62EFD688-570C-4D45-9521-91E9C1197C62}">
      <dgm:prSet phldrT="[Texto]"/>
      <dgm:spPr/>
      <dgm:t>
        <a:bodyPr/>
        <a:lstStyle/>
        <a:p>
          <a:r>
            <a:rPr lang="es-PE"/>
            <a:t>Revisar y Aprobar</a:t>
          </a:r>
        </a:p>
      </dgm:t>
    </dgm:pt>
    <dgm:pt modelId="{BE3BF827-5917-42F8-A66F-5E10283C2FA6}" type="parTrans" cxnId="{36AB94E9-754E-4943-9928-163E4F2FE63A}">
      <dgm:prSet/>
      <dgm:spPr/>
      <dgm:t>
        <a:bodyPr/>
        <a:lstStyle/>
        <a:p>
          <a:endParaRPr lang="es-PE"/>
        </a:p>
      </dgm:t>
    </dgm:pt>
    <dgm:pt modelId="{F6E13383-C21C-4E86-B3C0-951482D4A70E}" type="sibTrans" cxnId="{36AB94E9-754E-4943-9928-163E4F2FE63A}">
      <dgm:prSet/>
      <dgm:spPr/>
      <dgm:t>
        <a:bodyPr/>
        <a:lstStyle/>
        <a:p>
          <a:endParaRPr lang="es-PE"/>
        </a:p>
      </dgm:t>
    </dgm:pt>
    <dgm:pt modelId="{83BF60D2-20F0-49ED-A127-45B7643F1EF5}">
      <dgm:prSet phldrT="[Texto]"/>
      <dgm:spPr/>
      <dgm:t>
        <a:bodyPr/>
        <a:lstStyle/>
        <a:p>
          <a:r>
            <a:rPr lang="es-PE"/>
            <a:t>Documentar</a:t>
          </a:r>
        </a:p>
      </dgm:t>
    </dgm:pt>
    <dgm:pt modelId="{ABF04D3A-8D3B-44CD-8430-D39E16FED831}" type="parTrans" cxnId="{D571CD08-9278-4315-9339-CABAA94EDF28}">
      <dgm:prSet/>
      <dgm:spPr/>
      <dgm:t>
        <a:bodyPr/>
        <a:lstStyle/>
        <a:p>
          <a:endParaRPr lang="es-PE"/>
        </a:p>
      </dgm:t>
    </dgm:pt>
    <dgm:pt modelId="{186B8397-7DB1-4A12-99E8-E1A9C693CA45}" type="sibTrans" cxnId="{D571CD08-9278-4315-9339-CABAA94EDF28}">
      <dgm:prSet/>
      <dgm:spPr/>
      <dgm:t>
        <a:bodyPr/>
        <a:lstStyle/>
        <a:p>
          <a:endParaRPr lang="es-PE"/>
        </a:p>
      </dgm:t>
    </dgm:pt>
    <dgm:pt modelId="{7A76FCBA-0A03-42C1-9D87-BFB140ED27A6}">
      <dgm:prSet phldrT="[Texto]"/>
      <dgm:spPr/>
      <dgm:t>
        <a:bodyPr/>
        <a:lstStyle/>
        <a:p>
          <a:r>
            <a:rPr lang="es-PE"/>
            <a:t>Socializar</a:t>
          </a:r>
        </a:p>
      </dgm:t>
    </dgm:pt>
    <dgm:pt modelId="{D2FB258D-87E0-419A-BC15-9A6362A74006}" type="parTrans" cxnId="{1657F253-BFAC-4361-8B53-CE0171E99C11}">
      <dgm:prSet/>
      <dgm:spPr/>
      <dgm:t>
        <a:bodyPr/>
        <a:lstStyle/>
        <a:p>
          <a:endParaRPr lang="es-PE"/>
        </a:p>
      </dgm:t>
    </dgm:pt>
    <dgm:pt modelId="{E864A769-DE99-4334-B2D0-7181B8123A06}" type="sibTrans" cxnId="{1657F253-BFAC-4361-8B53-CE0171E99C11}">
      <dgm:prSet/>
      <dgm:spPr/>
      <dgm:t>
        <a:bodyPr/>
        <a:lstStyle/>
        <a:p>
          <a:endParaRPr lang="es-PE"/>
        </a:p>
      </dgm:t>
    </dgm:pt>
    <dgm:pt modelId="{6AC792B2-02AA-477E-95C7-8CF3F593A712}" type="pres">
      <dgm:prSet presAssocID="{F94FE9E7-1913-43C2-9638-B8B6C35C5B99}" presName="Name0" presStyleCnt="0">
        <dgm:presLayoutVars>
          <dgm:dir/>
          <dgm:resizeHandles val="exact"/>
        </dgm:presLayoutVars>
      </dgm:prSet>
      <dgm:spPr/>
    </dgm:pt>
    <dgm:pt modelId="{4BE1A5FE-2194-4EF1-BF54-B76F3C57B8DB}" type="pres">
      <dgm:prSet presAssocID="{F94FE9E7-1913-43C2-9638-B8B6C35C5B99}" presName="arrow" presStyleLbl="bgShp" presStyleIdx="0" presStyleCnt="1"/>
      <dgm:spPr/>
    </dgm:pt>
    <dgm:pt modelId="{5B76D98F-A510-414B-8C6C-E9FF91EF5004}" type="pres">
      <dgm:prSet presAssocID="{F94FE9E7-1913-43C2-9638-B8B6C35C5B99}" presName="points" presStyleCnt="0"/>
      <dgm:spPr/>
    </dgm:pt>
    <dgm:pt modelId="{18367464-E15A-45FA-B8AE-D10C88403159}" type="pres">
      <dgm:prSet presAssocID="{D20FA607-F788-4D41-8607-94C1D0FEDF66}" presName="compositeA" presStyleCnt="0"/>
      <dgm:spPr/>
    </dgm:pt>
    <dgm:pt modelId="{FEB2EA1C-1CF0-418E-BC11-7A1605884C1C}" type="pres">
      <dgm:prSet presAssocID="{D20FA607-F788-4D41-8607-94C1D0FEDF66}" presName="textA" presStyleLbl="revTx" presStyleIdx="0" presStyleCnt="4">
        <dgm:presLayoutVars>
          <dgm:bulletEnabled val="1"/>
        </dgm:presLayoutVars>
      </dgm:prSet>
      <dgm:spPr/>
    </dgm:pt>
    <dgm:pt modelId="{35771CE3-EA10-400C-977C-56398CCBF87B}" type="pres">
      <dgm:prSet presAssocID="{D20FA607-F788-4D41-8607-94C1D0FEDF66}" presName="circleA" presStyleLbl="node1" presStyleIdx="0" presStyleCnt="4"/>
      <dgm:spPr/>
    </dgm:pt>
    <dgm:pt modelId="{F99C4C69-FC52-4713-91ED-C6D2FBDF7F53}" type="pres">
      <dgm:prSet presAssocID="{D20FA607-F788-4D41-8607-94C1D0FEDF66}" presName="spaceA" presStyleCnt="0"/>
      <dgm:spPr/>
    </dgm:pt>
    <dgm:pt modelId="{1E872D53-2A43-45DD-B276-BD06AFF8AD2B}" type="pres">
      <dgm:prSet presAssocID="{E85CBCA4-D75B-4707-829F-BE82532B535F}" presName="space" presStyleCnt="0"/>
      <dgm:spPr/>
    </dgm:pt>
    <dgm:pt modelId="{763511CC-CD44-493D-95D8-601F3BF106E4}" type="pres">
      <dgm:prSet presAssocID="{62EFD688-570C-4D45-9521-91E9C1197C62}" presName="compositeB" presStyleCnt="0"/>
      <dgm:spPr/>
    </dgm:pt>
    <dgm:pt modelId="{668EF202-A7B3-4A34-B99A-7AC4AEE83055}" type="pres">
      <dgm:prSet presAssocID="{62EFD688-570C-4D45-9521-91E9C1197C62}" presName="textB" presStyleLbl="revTx" presStyleIdx="1" presStyleCnt="4">
        <dgm:presLayoutVars>
          <dgm:bulletEnabled val="1"/>
        </dgm:presLayoutVars>
      </dgm:prSet>
      <dgm:spPr/>
    </dgm:pt>
    <dgm:pt modelId="{C4177AAB-1884-40A8-84D0-7AD0F353EBF1}" type="pres">
      <dgm:prSet presAssocID="{62EFD688-570C-4D45-9521-91E9C1197C62}" presName="circleB" presStyleLbl="node1" presStyleIdx="1" presStyleCnt="4"/>
      <dgm:spPr/>
    </dgm:pt>
    <dgm:pt modelId="{09C5C46A-6378-454F-93A7-E5BF3574685B}" type="pres">
      <dgm:prSet presAssocID="{62EFD688-570C-4D45-9521-91E9C1197C62}" presName="spaceB" presStyleCnt="0"/>
      <dgm:spPr/>
    </dgm:pt>
    <dgm:pt modelId="{0F1E1E3C-DFE4-40F9-8B55-8AE2B0CECC9D}" type="pres">
      <dgm:prSet presAssocID="{F6E13383-C21C-4E86-B3C0-951482D4A70E}" presName="space" presStyleCnt="0"/>
      <dgm:spPr/>
    </dgm:pt>
    <dgm:pt modelId="{FED8A41E-5243-47C7-B931-D6F2222172AC}" type="pres">
      <dgm:prSet presAssocID="{83BF60D2-20F0-49ED-A127-45B7643F1EF5}" presName="compositeA" presStyleCnt="0"/>
      <dgm:spPr/>
    </dgm:pt>
    <dgm:pt modelId="{2EFC6CA9-EF6B-4B7D-A01E-A2BABB643C43}" type="pres">
      <dgm:prSet presAssocID="{83BF60D2-20F0-49ED-A127-45B7643F1EF5}" presName="textA" presStyleLbl="revTx" presStyleIdx="2" presStyleCnt="4">
        <dgm:presLayoutVars>
          <dgm:bulletEnabled val="1"/>
        </dgm:presLayoutVars>
      </dgm:prSet>
      <dgm:spPr/>
    </dgm:pt>
    <dgm:pt modelId="{219187AD-099C-4CE4-BC33-FEFE5A51994C}" type="pres">
      <dgm:prSet presAssocID="{83BF60D2-20F0-49ED-A127-45B7643F1EF5}" presName="circleA" presStyleLbl="node1" presStyleIdx="2" presStyleCnt="4"/>
      <dgm:spPr/>
    </dgm:pt>
    <dgm:pt modelId="{80644805-A68D-42E0-8EF0-E861BD7016F5}" type="pres">
      <dgm:prSet presAssocID="{83BF60D2-20F0-49ED-A127-45B7643F1EF5}" presName="spaceA" presStyleCnt="0"/>
      <dgm:spPr/>
    </dgm:pt>
    <dgm:pt modelId="{601A27F6-B1B8-423E-8E81-8CEAA4BCAFAB}" type="pres">
      <dgm:prSet presAssocID="{186B8397-7DB1-4A12-99E8-E1A9C693CA45}" presName="space" presStyleCnt="0"/>
      <dgm:spPr/>
    </dgm:pt>
    <dgm:pt modelId="{4A89AE3B-2880-47AE-99A2-13ADA4351095}" type="pres">
      <dgm:prSet presAssocID="{7A76FCBA-0A03-42C1-9D87-BFB140ED27A6}" presName="compositeB" presStyleCnt="0"/>
      <dgm:spPr/>
    </dgm:pt>
    <dgm:pt modelId="{7E7BCFD7-88FD-4391-8B22-FB4739F019B0}" type="pres">
      <dgm:prSet presAssocID="{7A76FCBA-0A03-42C1-9D87-BFB140ED27A6}" presName="textB" presStyleLbl="revTx" presStyleIdx="3" presStyleCnt="4">
        <dgm:presLayoutVars>
          <dgm:bulletEnabled val="1"/>
        </dgm:presLayoutVars>
      </dgm:prSet>
      <dgm:spPr/>
    </dgm:pt>
    <dgm:pt modelId="{BE64B5C8-A9ED-4FBE-8E84-729D1068D5AE}" type="pres">
      <dgm:prSet presAssocID="{7A76FCBA-0A03-42C1-9D87-BFB140ED27A6}" presName="circleB" presStyleLbl="node1" presStyleIdx="3" presStyleCnt="4"/>
      <dgm:spPr/>
    </dgm:pt>
    <dgm:pt modelId="{D67B6C15-2190-46B7-B803-FADF2FC187F9}" type="pres">
      <dgm:prSet presAssocID="{7A76FCBA-0A03-42C1-9D87-BFB140ED27A6}" presName="spaceB" presStyleCnt="0"/>
      <dgm:spPr/>
    </dgm:pt>
  </dgm:ptLst>
  <dgm:cxnLst>
    <dgm:cxn modelId="{D571CD08-9278-4315-9339-CABAA94EDF28}" srcId="{F94FE9E7-1913-43C2-9638-B8B6C35C5B99}" destId="{83BF60D2-20F0-49ED-A127-45B7643F1EF5}" srcOrd="2" destOrd="0" parTransId="{ABF04D3A-8D3B-44CD-8430-D39E16FED831}" sibTransId="{186B8397-7DB1-4A12-99E8-E1A9C693CA45}"/>
    <dgm:cxn modelId="{2F16366C-56B1-4E9E-A5CE-D1C089145628}" type="presOf" srcId="{83BF60D2-20F0-49ED-A127-45B7643F1EF5}" destId="{2EFC6CA9-EF6B-4B7D-A01E-A2BABB643C43}" srcOrd="0" destOrd="0" presId="urn:microsoft.com/office/officeart/2005/8/layout/hProcess11"/>
    <dgm:cxn modelId="{1657F253-BFAC-4361-8B53-CE0171E99C11}" srcId="{F94FE9E7-1913-43C2-9638-B8B6C35C5B99}" destId="{7A76FCBA-0A03-42C1-9D87-BFB140ED27A6}" srcOrd="3" destOrd="0" parTransId="{D2FB258D-87E0-419A-BC15-9A6362A74006}" sibTransId="{E864A769-DE99-4334-B2D0-7181B8123A06}"/>
    <dgm:cxn modelId="{52B99183-3AF5-4C31-8CDF-09FCB2610394}" type="presOf" srcId="{D20FA607-F788-4D41-8607-94C1D0FEDF66}" destId="{FEB2EA1C-1CF0-418E-BC11-7A1605884C1C}" srcOrd="0" destOrd="0" presId="urn:microsoft.com/office/officeart/2005/8/layout/hProcess11"/>
    <dgm:cxn modelId="{BDAAB38B-BE68-40B8-AEB8-2944E7C212BF}" type="presOf" srcId="{7A76FCBA-0A03-42C1-9D87-BFB140ED27A6}" destId="{7E7BCFD7-88FD-4391-8B22-FB4739F019B0}" srcOrd="0" destOrd="0" presId="urn:microsoft.com/office/officeart/2005/8/layout/hProcess11"/>
    <dgm:cxn modelId="{6EAE0AB1-339F-4993-A8BD-50C629B984DF}" type="presOf" srcId="{62EFD688-570C-4D45-9521-91E9C1197C62}" destId="{668EF202-A7B3-4A34-B99A-7AC4AEE83055}" srcOrd="0" destOrd="0" presId="urn:microsoft.com/office/officeart/2005/8/layout/hProcess11"/>
    <dgm:cxn modelId="{36AB94E9-754E-4943-9928-163E4F2FE63A}" srcId="{F94FE9E7-1913-43C2-9638-B8B6C35C5B99}" destId="{62EFD688-570C-4D45-9521-91E9C1197C62}" srcOrd="1" destOrd="0" parTransId="{BE3BF827-5917-42F8-A66F-5E10283C2FA6}" sibTransId="{F6E13383-C21C-4E86-B3C0-951482D4A70E}"/>
    <dgm:cxn modelId="{261E48F5-DE96-4E03-941C-D51C76298770}" type="presOf" srcId="{F94FE9E7-1913-43C2-9638-B8B6C35C5B99}" destId="{6AC792B2-02AA-477E-95C7-8CF3F593A712}" srcOrd="0" destOrd="0" presId="urn:microsoft.com/office/officeart/2005/8/layout/hProcess11"/>
    <dgm:cxn modelId="{168460FF-AA70-4542-AE38-375ABF4BD8B6}" srcId="{F94FE9E7-1913-43C2-9638-B8B6C35C5B99}" destId="{D20FA607-F788-4D41-8607-94C1D0FEDF66}" srcOrd="0" destOrd="0" parTransId="{93CC45DB-3A82-4702-A965-BFFB12C0FB7E}" sibTransId="{E85CBCA4-D75B-4707-829F-BE82532B535F}"/>
    <dgm:cxn modelId="{6D88826F-A569-4463-AFB0-B063A3EB4984}" type="presParOf" srcId="{6AC792B2-02AA-477E-95C7-8CF3F593A712}" destId="{4BE1A5FE-2194-4EF1-BF54-B76F3C57B8DB}" srcOrd="0" destOrd="0" presId="urn:microsoft.com/office/officeart/2005/8/layout/hProcess11"/>
    <dgm:cxn modelId="{BFA6A9D0-6FF6-4184-8763-AB80AC318A12}" type="presParOf" srcId="{6AC792B2-02AA-477E-95C7-8CF3F593A712}" destId="{5B76D98F-A510-414B-8C6C-E9FF91EF5004}" srcOrd="1" destOrd="0" presId="urn:microsoft.com/office/officeart/2005/8/layout/hProcess11"/>
    <dgm:cxn modelId="{6F63084E-D540-4C7B-878F-0738835B3569}" type="presParOf" srcId="{5B76D98F-A510-414B-8C6C-E9FF91EF5004}" destId="{18367464-E15A-45FA-B8AE-D10C88403159}" srcOrd="0" destOrd="0" presId="urn:microsoft.com/office/officeart/2005/8/layout/hProcess11"/>
    <dgm:cxn modelId="{4401BA6D-C889-4873-A9CF-FD220A88AC2F}" type="presParOf" srcId="{18367464-E15A-45FA-B8AE-D10C88403159}" destId="{FEB2EA1C-1CF0-418E-BC11-7A1605884C1C}" srcOrd="0" destOrd="0" presId="urn:microsoft.com/office/officeart/2005/8/layout/hProcess11"/>
    <dgm:cxn modelId="{08516A06-F020-4568-A858-F27747FD0552}" type="presParOf" srcId="{18367464-E15A-45FA-B8AE-D10C88403159}" destId="{35771CE3-EA10-400C-977C-56398CCBF87B}" srcOrd="1" destOrd="0" presId="urn:microsoft.com/office/officeart/2005/8/layout/hProcess11"/>
    <dgm:cxn modelId="{4E06AB75-276B-4BC2-8497-9FC853985568}" type="presParOf" srcId="{18367464-E15A-45FA-B8AE-D10C88403159}" destId="{F99C4C69-FC52-4713-91ED-C6D2FBDF7F53}" srcOrd="2" destOrd="0" presId="urn:microsoft.com/office/officeart/2005/8/layout/hProcess11"/>
    <dgm:cxn modelId="{D75DAC26-A096-4B2E-A4F6-7BFF371CA268}" type="presParOf" srcId="{5B76D98F-A510-414B-8C6C-E9FF91EF5004}" destId="{1E872D53-2A43-45DD-B276-BD06AFF8AD2B}" srcOrd="1" destOrd="0" presId="urn:microsoft.com/office/officeart/2005/8/layout/hProcess11"/>
    <dgm:cxn modelId="{0E6C0530-16EB-4BBA-B8D3-C057ACA8A5C0}" type="presParOf" srcId="{5B76D98F-A510-414B-8C6C-E9FF91EF5004}" destId="{763511CC-CD44-493D-95D8-601F3BF106E4}" srcOrd="2" destOrd="0" presId="urn:microsoft.com/office/officeart/2005/8/layout/hProcess11"/>
    <dgm:cxn modelId="{53B645C6-449F-4AFB-8166-669E346BD7E1}" type="presParOf" srcId="{763511CC-CD44-493D-95D8-601F3BF106E4}" destId="{668EF202-A7B3-4A34-B99A-7AC4AEE83055}" srcOrd="0" destOrd="0" presId="urn:microsoft.com/office/officeart/2005/8/layout/hProcess11"/>
    <dgm:cxn modelId="{FC5F0923-C72C-46C3-9373-584E9189CA8F}" type="presParOf" srcId="{763511CC-CD44-493D-95D8-601F3BF106E4}" destId="{C4177AAB-1884-40A8-84D0-7AD0F353EBF1}" srcOrd="1" destOrd="0" presId="urn:microsoft.com/office/officeart/2005/8/layout/hProcess11"/>
    <dgm:cxn modelId="{133EE615-F35F-4000-83DF-B4A47FD48842}" type="presParOf" srcId="{763511CC-CD44-493D-95D8-601F3BF106E4}" destId="{09C5C46A-6378-454F-93A7-E5BF3574685B}" srcOrd="2" destOrd="0" presId="urn:microsoft.com/office/officeart/2005/8/layout/hProcess11"/>
    <dgm:cxn modelId="{E4546D64-0421-4F58-A1F3-68ECABD576D2}" type="presParOf" srcId="{5B76D98F-A510-414B-8C6C-E9FF91EF5004}" destId="{0F1E1E3C-DFE4-40F9-8B55-8AE2B0CECC9D}" srcOrd="3" destOrd="0" presId="urn:microsoft.com/office/officeart/2005/8/layout/hProcess11"/>
    <dgm:cxn modelId="{B9B0758B-6A4E-40F9-BFE9-EC58B7CD8BC0}" type="presParOf" srcId="{5B76D98F-A510-414B-8C6C-E9FF91EF5004}" destId="{FED8A41E-5243-47C7-B931-D6F2222172AC}" srcOrd="4" destOrd="0" presId="urn:microsoft.com/office/officeart/2005/8/layout/hProcess11"/>
    <dgm:cxn modelId="{0F25189C-085B-4AAB-9ED6-9EE46E998B4F}" type="presParOf" srcId="{FED8A41E-5243-47C7-B931-D6F2222172AC}" destId="{2EFC6CA9-EF6B-4B7D-A01E-A2BABB643C43}" srcOrd="0" destOrd="0" presId="urn:microsoft.com/office/officeart/2005/8/layout/hProcess11"/>
    <dgm:cxn modelId="{435887F7-A1CB-4F82-8EA0-A122F293ED64}" type="presParOf" srcId="{FED8A41E-5243-47C7-B931-D6F2222172AC}" destId="{219187AD-099C-4CE4-BC33-FEFE5A51994C}" srcOrd="1" destOrd="0" presId="urn:microsoft.com/office/officeart/2005/8/layout/hProcess11"/>
    <dgm:cxn modelId="{1CFFF470-6EC7-4897-B2D0-E8BCFFBA065F}" type="presParOf" srcId="{FED8A41E-5243-47C7-B931-D6F2222172AC}" destId="{80644805-A68D-42E0-8EF0-E861BD7016F5}" srcOrd="2" destOrd="0" presId="urn:microsoft.com/office/officeart/2005/8/layout/hProcess11"/>
    <dgm:cxn modelId="{3E476EAA-EFEF-4285-8868-AD5466D70A88}" type="presParOf" srcId="{5B76D98F-A510-414B-8C6C-E9FF91EF5004}" destId="{601A27F6-B1B8-423E-8E81-8CEAA4BCAFAB}" srcOrd="5" destOrd="0" presId="urn:microsoft.com/office/officeart/2005/8/layout/hProcess11"/>
    <dgm:cxn modelId="{2D905BCA-E5D1-4733-91DF-F63B4EF3164C}" type="presParOf" srcId="{5B76D98F-A510-414B-8C6C-E9FF91EF5004}" destId="{4A89AE3B-2880-47AE-99A2-13ADA4351095}" srcOrd="6" destOrd="0" presId="urn:microsoft.com/office/officeart/2005/8/layout/hProcess11"/>
    <dgm:cxn modelId="{76B2DF97-BFB0-4C8E-B4F3-2ACCC6E8493F}" type="presParOf" srcId="{4A89AE3B-2880-47AE-99A2-13ADA4351095}" destId="{7E7BCFD7-88FD-4391-8B22-FB4739F019B0}" srcOrd="0" destOrd="0" presId="urn:microsoft.com/office/officeart/2005/8/layout/hProcess11"/>
    <dgm:cxn modelId="{08335FDC-F193-4803-A61D-9EFAB6EF03A8}" type="presParOf" srcId="{4A89AE3B-2880-47AE-99A2-13ADA4351095}" destId="{BE64B5C8-A9ED-4FBE-8E84-729D1068D5AE}" srcOrd="1" destOrd="0" presId="urn:microsoft.com/office/officeart/2005/8/layout/hProcess11"/>
    <dgm:cxn modelId="{5BE70A70-D13B-4D0D-8F3B-2C7075FD6BAD}" type="presParOf" srcId="{4A89AE3B-2880-47AE-99A2-13ADA4351095}" destId="{D67B6C15-2190-46B7-B803-FADF2FC187F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4FE9E7-1913-43C2-9638-B8B6C35C5B99}" type="doc">
      <dgm:prSet loTypeId="urn:microsoft.com/office/officeart/2005/8/layout/hProcess1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s-PE"/>
        </a:p>
      </dgm:t>
    </dgm:pt>
    <dgm:pt modelId="{D20FA607-F788-4D41-8607-94C1D0FEDF66}">
      <dgm:prSet phldrT="[Texto]"/>
      <dgm:spPr/>
      <dgm:t>
        <a:bodyPr/>
        <a:lstStyle/>
        <a:p>
          <a:r>
            <a:rPr lang="es-PE"/>
            <a:t>Actualizar</a:t>
          </a:r>
        </a:p>
      </dgm:t>
    </dgm:pt>
    <dgm:pt modelId="{93CC45DB-3A82-4702-A965-BFFB12C0FB7E}" type="parTrans" cxnId="{168460FF-AA70-4542-AE38-375ABF4BD8B6}">
      <dgm:prSet/>
      <dgm:spPr/>
      <dgm:t>
        <a:bodyPr/>
        <a:lstStyle/>
        <a:p>
          <a:endParaRPr lang="es-PE"/>
        </a:p>
      </dgm:t>
    </dgm:pt>
    <dgm:pt modelId="{E85CBCA4-D75B-4707-829F-BE82532B535F}" type="sibTrans" cxnId="{168460FF-AA70-4542-AE38-375ABF4BD8B6}">
      <dgm:prSet/>
      <dgm:spPr/>
      <dgm:t>
        <a:bodyPr/>
        <a:lstStyle/>
        <a:p>
          <a:endParaRPr lang="es-PE"/>
        </a:p>
      </dgm:t>
    </dgm:pt>
    <dgm:pt modelId="{62EFD688-570C-4D45-9521-91E9C1197C62}">
      <dgm:prSet phldrT="[Texto]"/>
      <dgm:spPr/>
      <dgm:t>
        <a:bodyPr/>
        <a:lstStyle/>
        <a:p>
          <a:r>
            <a:rPr lang="es-PE"/>
            <a:t>Revisar y Aprobar</a:t>
          </a:r>
        </a:p>
      </dgm:t>
    </dgm:pt>
    <dgm:pt modelId="{BE3BF827-5917-42F8-A66F-5E10283C2FA6}" type="parTrans" cxnId="{36AB94E9-754E-4943-9928-163E4F2FE63A}">
      <dgm:prSet/>
      <dgm:spPr/>
      <dgm:t>
        <a:bodyPr/>
        <a:lstStyle/>
        <a:p>
          <a:endParaRPr lang="es-PE"/>
        </a:p>
      </dgm:t>
    </dgm:pt>
    <dgm:pt modelId="{F6E13383-C21C-4E86-B3C0-951482D4A70E}" type="sibTrans" cxnId="{36AB94E9-754E-4943-9928-163E4F2FE63A}">
      <dgm:prSet/>
      <dgm:spPr/>
      <dgm:t>
        <a:bodyPr/>
        <a:lstStyle/>
        <a:p>
          <a:endParaRPr lang="es-PE"/>
        </a:p>
      </dgm:t>
    </dgm:pt>
    <dgm:pt modelId="{83BF60D2-20F0-49ED-A127-45B7643F1EF5}">
      <dgm:prSet phldrT="[Texto]"/>
      <dgm:spPr/>
      <dgm:t>
        <a:bodyPr/>
        <a:lstStyle/>
        <a:p>
          <a:r>
            <a:rPr lang="es-PE"/>
            <a:t>Documentar</a:t>
          </a:r>
        </a:p>
      </dgm:t>
    </dgm:pt>
    <dgm:pt modelId="{ABF04D3A-8D3B-44CD-8430-D39E16FED831}" type="parTrans" cxnId="{D571CD08-9278-4315-9339-CABAA94EDF28}">
      <dgm:prSet/>
      <dgm:spPr/>
      <dgm:t>
        <a:bodyPr/>
        <a:lstStyle/>
        <a:p>
          <a:endParaRPr lang="es-PE"/>
        </a:p>
      </dgm:t>
    </dgm:pt>
    <dgm:pt modelId="{186B8397-7DB1-4A12-99E8-E1A9C693CA45}" type="sibTrans" cxnId="{D571CD08-9278-4315-9339-CABAA94EDF28}">
      <dgm:prSet/>
      <dgm:spPr/>
      <dgm:t>
        <a:bodyPr/>
        <a:lstStyle/>
        <a:p>
          <a:endParaRPr lang="es-PE"/>
        </a:p>
      </dgm:t>
    </dgm:pt>
    <dgm:pt modelId="{7A76FCBA-0A03-42C1-9D87-BFB140ED27A6}">
      <dgm:prSet phldrT="[Texto]"/>
      <dgm:spPr/>
      <dgm:t>
        <a:bodyPr/>
        <a:lstStyle/>
        <a:p>
          <a:r>
            <a:rPr lang="es-PE"/>
            <a:t>Socializar</a:t>
          </a:r>
        </a:p>
      </dgm:t>
    </dgm:pt>
    <dgm:pt modelId="{D2FB258D-87E0-419A-BC15-9A6362A74006}" type="parTrans" cxnId="{1657F253-BFAC-4361-8B53-CE0171E99C11}">
      <dgm:prSet/>
      <dgm:spPr/>
      <dgm:t>
        <a:bodyPr/>
        <a:lstStyle/>
        <a:p>
          <a:endParaRPr lang="es-PE"/>
        </a:p>
      </dgm:t>
    </dgm:pt>
    <dgm:pt modelId="{E864A769-DE99-4334-B2D0-7181B8123A06}" type="sibTrans" cxnId="{1657F253-BFAC-4361-8B53-CE0171E99C11}">
      <dgm:prSet/>
      <dgm:spPr/>
      <dgm:t>
        <a:bodyPr/>
        <a:lstStyle/>
        <a:p>
          <a:endParaRPr lang="es-PE"/>
        </a:p>
      </dgm:t>
    </dgm:pt>
    <dgm:pt modelId="{6AC792B2-02AA-477E-95C7-8CF3F593A712}" type="pres">
      <dgm:prSet presAssocID="{F94FE9E7-1913-43C2-9638-B8B6C35C5B99}" presName="Name0" presStyleCnt="0">
        <dgm:presLayoutVars>
          <dgm:dir/>
          <dgm:resizeHandles val="exact"/>
        </dgm:presLayoutVars>
      </dgm:prSet>
      <dgm:spPr/>
    </dgm:pt>
    <dgm:pt modelId="{4BE1A5FE-2194-4EF1-BF54-B76F3C57B8DB}" type="pres">
      <dgm:prSet presAssocID="{F94FE9E7-1913-43C2-9638-B8B6C35C5B99}" presName="arrow" presStyleLbl="bgShp" presStyleIdx="0" presStyleCnt="1"/>
      <dgm:spPr/>
    </dgm:pt>
    <dgm:pt modelId="{5B76D98F-A510-414B-8C6C-E9FF91EF5004}" type="pres">
      <dgm:prSet presAssocID="{F94FE9E7-1913-43C2-9638-B8B6C35C5B99}" presName="points" presStyleCnt="0"/>
      <dgm:spPr/>
    </dgm:pt>
    <dgm:pt modelId="{18367464-E15A-45FA-B8AE-D10C88403159}" type="pres">
      <dgm:prSet presAssocID="{D20FA607-F788-4D41-8607-94C1D0FEDF66}" presName="compositeA" presStyleCnt="0"/>
      <dgm:spPr/>
    </dgm:pt>
    <dgm:pt modelId="{FEB2EA1C-1CF0-418E-BC11-7A1605884C1C}" type="pres">
      <dgm:prSet presAssocID="{D20FA607-F788-4D41-8607-94C1D0FEDF66}" presName="textA" presStyleLbl="revTx" presStyleIdx="0" presStyleCnt="4">
        <dgm:presLayoutVars>
          <dgm:bulletEnabled val="1"/>
        </dgm:presLayoutVars>
      </dgm:prSet>
      <dgm:spPr/>
    </dgm:pt>
    <dgm:pt modelId="{35771CE3-EA10-400C-977C-56398CCBF87B}" type="pres">
      <dgm:prSet presAssocID="{D20FA607-F788-4D41-8607-94C1D0FEDF66}" presName="circleA" presStyleLbl="node1" presStyleIdx="0" presStyleCnt="4"/>
      <dgm:spPr/>
    </dgm:pt>
    <dgm:pt modelId="{F99C4C69-FC52-4713-91ED-C6D2FBDF7F53}" type="pres">
      <dgm:prSet presAssocID="{D20FA607-F788-4D41-8607-94C1D0FEDF66}" presName="spaceA" presStyleCnt="0"/>
      <dgm:spPr/>
    </dgm:pt>
    <dgm:pt modelId="{1E872D53-2A43-45DD-B276-BD06AFF8AD2B}" type="pres">
      <dgm:prSet presAssocID="{E85CBCA4-D75B-4707-829F-BE82532B535F}" presName="space" presStyleCnt="0"/>
      <dgm:spPr/>
    </dgm:pt>
    <dgm:pt modelId="{763511CC-CD44-493D-95D8-601F3BF106E4}" type="pres">
      <dgm:prSet presAssocID="{62EFD688-570C-4D45-9521-91E9C1197C62}" presName="compositeB" presStyleCnt="0"/>
      <dgm:spPr/>
    </dgm:pt>
    <dgm:pt modelId="{668EF202-A7B3-4A34-B99A-7AC4AEE83055}" type="pres">
      <dgm:prSet presAssocID="{62EFD688-570C-4D45-9521-91E9C1197C62}" presName="textB" presStyleLbl="revTx" presStyleIdx="1" presStyleCnt="4">
        <dgm:presLayoutVars>
          <dgm:bulletEnabled val="1"/>
        </dgm:presLayoutVars>
      </dgm:prSet>
      <dgm:spPr/>
    </dgm:pt>
    <dgm:pt modelId="{C4177AAB-1884-40A8-84D0-7AD0F353EBF1}" type="pres">
      <dgm:prSet presAssocID="{62EFD688-570C-4D45-9521-91E9C1197C62}" presName="circleB" presStyleLbl="node1" presStyleIdx="1" presStyleCnt="4"/>
      <dgm:spPr/>
    </dgm:pt>
    <dgm:pt modelId="{09C5C46A-6378-454F-93A7-E5BF3574685B}" type="pres">
      <dgm:prSet presAssocID="{62EFD688-570C-4D45-9521-91E9C1197C62}" presName="spaceB" presStyleCnt="0"/>
      <dgm:spPr/>
    </dgm:pt>
    <dgm:pt modelId="{0F1E1E3C-DFE4-40F9-8B55-8AE2B0CECC9D}" type="pres">
      <dgm:prSet presAssocID="{F6E13383-C21C-4E86-B3C0-951482D4A70E}" presName="space" presStyleCnt="0"/>
      <dgm:spPr/>
    </dgm:pt>
    <dgm:pt modelId="{FED8A41E-5243-47C7-B931-D6F2222172AC}" type="pres">
      <dgm:prSet presAssocID="{83BF60D2-20F0-49ED-A127-45B7643F1EF5}" presName="compositeA" presStyleCnt="0"/>
      <dgm:spPr/>
    </dgm:pt>
    <dgm:pt modelId="{2EFC6CA9-EF6B-4B7D-A01E-A2BABB643C43}" type="pres">
      <dgm:prSet presAssocID="{83BF60D2-20F0-49ED-A127-45B7643F1EF5}" presName="textA" presStyleLbl="revTx" presStyleIdx="2" presStyleCnt="4">
        <dgm:presLayoutVars>
          <dgm:bulletEnabled val="1"/>
        </dgm:presLayoutVars>
      </dgm:prSet>
      <dgm:spPr/>
    </dgm:pt>
    <dgm:pt modelId="{219187AD-099C-4CE4-BC33-FEFE5A51994C}" type="pres">
      <dgm:prSet presAssocID="{83BF60D2-20F0-49ED-A127-45B7643F1EF5}" presName="circleA" presStyleLbl="node1" presStyleIdx="2" presStyleCnt="4"/>
      <dgm:spPr/>
    </dgm:pt>
    <dgm:pt modelId="{80644805-A68D-42E0-8EF0-E861BD7016F5}" type="pres">
      <dgm:prSet presAssocID="{83BF60D2-20F0-49ED-A127-45B7643F1EF5}" presName="spaceA" presStyleCnt="0"/>
      <dgm:spPr/>
    </dgm:pt>
    <dgm:pt modelId="{601A27F6-B1B8-423E-8E81-8CEAA4BCAFAB}" type="pres">
      <dgm:prSet presAssocID="{186B8397-7DB1-4A12-99E8-E1A9C693CA45}" presName="space" presStyleCnt="0"/>
      <dgm:spPr/>
    </dgm:pt>
    <dgm:pt modelId="{4A89AE3B-2880-47AE-99A2-13ADA4351095}" type="pres">
      <dgm:prSet presAssocID="{7A76FCBA-0A03-42C1-9D87-BFB140ED27A6}" presName="compositeB" presStyleCnt="0"/>
      <dgm:spPr/>
    </dgm:pt>
    <dgm:pt modelId="{7E7BCFD7-88FD-4391-8B22-FB4739F019B0}" type="pres">
      <dgm:prSet presAssocID="{7A76FCBA-0A03-42C1-9D87-BFB140ED27A6}" presName="textB" presStyleLbl="revTx" presStyleIdx="3" presStyleCnt="4">
        <dgm:presLayoutVars>
          <dgm:bulletEnabled val="1"/>
        </dgm:presLayoutVars>
      </dgm:prSet>
      <dgm:spPr/>
    </dgm:pt>
    <dgm:pt modelId="{BE64B5C8-A9ED-4FBE-8E84-729D1068D5AE}" type="pres">
      <dgm:prSet presAssocID="{7A76FCBA-0A03-42C1-9D87-BFB140ED27A6}" presName="circleB" presStyleLbl="node1" presStyleIdx="3" presStyleCnt="4"/>
      <dgm:spPr/>
    </dgm:pt>
    <dgm:pt modelId="{D67B6C15-2190-46B7-B803-FADF2FC187F9}" type="pres">
      <dgm:prSet presAssocID="{7A76FCBA-0A03-42C1-9D87-BFB140ED27A6}" presName="spaceB" presStyleCnt="0"/>
      <dgm:spPr/>
    </dgm:pt>
  </dgm:ptLst>
  <dgm:cxnLst>
    <dgm:cxn modelId="{D571CD08-9278-4315-9339-CABAA94EDF28}" srcId="{F94FE9E7-1913-43C2-9638-B8B6C35C5B99}" destId="{83BF60D2-20F0-49ED-A127-45B7643F1EF5}" srcOrd="2" destOrd="0" parTransId="{ABF04D3A-8D3B-44CD-8430-D39E16FED831}" sibTransId="{186B8397-7DB1-4A12-99E8-E1A9C693CA45}"/>
    <dgm:cxn modelId="{2F16366C-56B1-4E9E-A5CE-D1C089145628}" type="presOf" srcId="{83BF60D2-20F0-49ED-A127-45B7643F1EF5}" destId="{2EFC6CA9-EF6B-4B7D-A01E-A2BABB643C43}" srcOrd="0" destOrd="0" presId="urn:microsoft.com/office/officeart/2005/8/layout/hProcess11"/>
    <dgm:cxn modelId="{1657F253-BFAC-4361-8B53-CE0171E99C11}" srcId="{F94FE9E7-1913-43C2-9638-B8B6C35C5B99}" destId="{7A76FCBA-0A03-42C1-9D87-BFB140ED27A6}" srcOrd="3" destOrd="0" parTransId="{D2FB258D-87E0-419A-BC15-9A6362A74006}" sibTransId="{E864A769-DE99-4334-B2D0-7181B8123A06}"/>
    <dgm:cxn modelId="{52B99183-3AF5-4C31-8CDF-09FCB2610394}" type="presOf" srcId="{D20FA607-F788-4D41-8607-94C1D0FEDF66}" destId="{FEB2EA1C-1CF0-418E-BC11-7A1605884C1C}" srcOrd="0" destOrd="0" presId="urn:microsoft.com/office/officeart/2005/8/layout/hProcess11"/>
    <dgm:cxn modelId="{BDAAB38B-BE68-40B8-AEB8-2944E7C212BF}" type="presOf" srcId="{7A76FCBA-0A03-42C1-9D87-BFB140ED27A6}" destId="{7E7BCFD7-88FD-4391-8B22-FB4739F019B0}" srcOrd="0" destOrd="0" presId="urn:microsoft.com/office/officeart/2005/8/layout/hProcess11"/>
    <dgm:cxn modelId="{6EAE0AB1-339F-4993-A8BD-50C629B984DF}" type="presOf" srcId="{62EFD688-570C-4D45-9521-91E9C1197C62}" destId="{668EF202-A7B3-4A34-B99A-7AC4AEE83055}" srcOrd="0" destOrd="0" presId="urn:microsoft.com/office/officeart/2005/8/layout/hProcess11"/>
    <dgm:cxn modelId="{36AB94E9-754E-4943-9928-163E4F2FE63A}" srcId="{F94FE9E7-1913-43C2-9638-B8B6C35C5B99}" destId="{62EFD688-570C-4D45-9521-91E9C1197C62}" srcOrd="1" destOrd="0" parTransId="{BE3BF827-5917-42F8-A66F-5E10283C2FA6}" sibTransId="{F6E13383-C21C-4E86-B3C0-951482D4A70E}"/>
    <dgm:cxn modelId="{261E48F5-DE96-4E03-941C-D51C76298770}" type="presOf" srcId="{F94FE9E7-1913-43C2-9638-B8B6C35C5B99}" destId="{6AC792B2-02AA-477E-95C7-8CF3F593A712}" srcOrd="0" destOrd="0" presId="urn:microsoft.com/office/officeart/2005/8/layout/hProcess11"/>
    <dgm:cxn modelId="{168460FF-AA70-4542-AE38-375ABF4BD8B6}" srcId="{F94FE9E7-1913-43C2-9638-B8B6C35C5B99}" destId="{D20FA607-F788-4D41-8607-94C1D0FEDF66}" srcOrd="0" destOrd="0" parTransId="{93CC45DB-3A82-4702-A965-BFFB12C0FB7E}" sibTransId="{E85CBCA4-D75B-4707-829F-BE82532B535F}"/>
    <dgm:cxn modelId="{6D88826F-A569-4463-AFB0-B063A3EB4984}" type="presParOf" srcId="{6AC792B2-02AA-477E-95C7-8CF3F593A712}" destId="{4BE1A5FE-2194-4EF1-BF54-B76F3C57B8DB}" srcOrd="0" destOrd="0" presId="urn:microsoft.com/office/officeart/2005/8/layout/hProcess11"/>
    <dgm:cxn modelId="{BFA6A9D0-6FF6-4184-8763-AB80AC318A12}" type="presParOf" srcId="{6AC792B2-02AA-477E-95C7-8CF3F593A712}" destId="{5B76D98F-A510-414B-8C6C-E9FF91EF5004}" srcOrd="1" destOrd="0" presId="urn:microsoft.com/office/officeart/2005/8/layout/hProcess11"/>
    <dgm:cxn modelId="{6F63084E-D540-4C7B-878F-0738835B3569}" type="presParOf" srcId="{5B76D98F-A510-414B-8C6C-E9FF91EF5004}" destId="{18367464-E15A-45FA-B8AE-D10C88403159}" srcOrd="0" destOrd="0" presId="urn:microsoft.com/office/officeart/2005/8/layout/hProcess11"/>
    <dgm:cxn modelId="{4401BA6D-C889-4873-A9CF-FD220A88AC2F}" type="presParOf" srcId="{18367464-E15A-45FA-B8AE-D10C88403159}" destId="{FEB2EA1C-1CF0-418E-BC11-7A1605884C1C}" srcOrd="0" destOrd="0" presId="urn:microsoft.com/office/officeart/2005/8/layout/hProcess11"/>
    <dgm:cxn modelId="{08516A06-F020-4568-A858-F27747FD0552}" type="presParOf" srcId="{18367464-E15A-45FA-B8AE-D10C88403159}" destId="{35771CE3-EA10-400C-977C-56398CCBF87B}" srcOrd="1" destOrd="0" presId="urn:microsoft.com/office/officeart/2005/8/layout/hProcess11"/>
    <dgm:cxn modelId="{4E06AB75-276B-4BC2-8497-9FC853985568}" type="presParOf" srcId="{18367464-E15A-45FA-B8AE-D10C88403159}" destId="{F99C4C69-FC52-4713-91ED-C6D2FBDF7F53}" srcOrd="2" destOrd="0" presId="urn:microsoft.com/office/officeart/2005/8/layout/hProcess11"/>
    <dgm:cxn modelId="{D75DAC26-A096-4B2E-A4F6-7BFF371CA268}" type="presParOf" srcId="{5B76D98F-A510-414B-8C6C-E9FF91EF5004}" destId="{1E872D53-2A43-45DD-B276-BD06AFF8AD2B}" srcOrd="1" destOrd="0" presId="urn:microsoft.com/office/officeart/2005/8/layout/hProcess11"/>
    <dgm:cxn modelId="{0E6C0530-16EB-4BBA-B8D3-C057ACA8A5C0}" type="presParOf" srcId="{5B76D98F-A510-414B-8C6C-E9FF91EF5004}" destId="{763511CC-CD44-493D-95D8-601F3BF106E4}" srcOrd="2" destOrd="0" presId="urn:microsoft.com/office/officeart/2005/8/layout/hProcess11"/>
    <dgm:cxn modelId="{53B645C6-449F-4AFB-8166-669E346BD7E1}" type="presParOf" srcId="{763511CC-CD44-493D-95D8-601F3BF106E4}" destId="{668EF202-A7B3-4A34-B99A-7AC4AEE83055}" srcOrd="0" destOrd="0" presId="urn:microsoft.com/office/officeart/2005/8/layout/hProcess11"/>
    <dgm:cxn modelId="{FC5F0923-C72C-46C3-9373-584E9189CA8F}" type="presParOf" srcId="{763511CC-CD44-493D-95D8-601F3BF106E4}" destId="{C4177AAB-1884-40A8-84D0-7AD0F353EBF1}" srcOrd="1" destOrd="0" presId="urn:microsoft.com/office/officeart/2005/8/layout/hProcess11"/>
    <dgm:cxn modelId="{133EE615-F35F-4000-83DF-B4A47FD48842}" type="presParOf" srcId="{763511CC-CD44-493D-95D8-601F3BF106E4}" destId="{09C5C46A-6378-454F-93A7-E5BF3574685B}" srcOrd="2" destOrd="0" presId="urn:microsoft.com/office/officeart/2005/8/layout/hProcess11"/>
    <dgm:cxn modelId="{E4546D64-0421-4F58-A1F3-68ECABD576D2}" type="presParOf" srcId="{5B76D98F-A510-414B-8C6C-E9FF91EF5004}" destId="{0F1E1E3C-DFE4-40F9-8B55-8AE2B0CECC9D}" srcOrd="3" destOrd="0" presId="urn:microsoft.com/office/officeart/2005/8/layout/hProcess11"/>
    <dgm:cxn modelId="{B9B0758B-6A4E-40F9-BFE9-EC58B7CD8BC0}" type="presParOf" srcId="{5B76D98F-A510-414B-8C6C-E9FF91EF5004}" destId="{FED8A41E-5243-47C7-B931-D6F2222172AC}" srcOrd="4" destOrd="0" presId="urn:microsoft.com/office/officeart/2005/8/layout/hProcess11"/>
    <dgm:cxn modelId="{0F25189C-085B-4AAB-9ED6-9EE46E998B4F}" type="presParOf" srcId="{FED8A41E-5243-47C7-B931-D6F2222172AC}" destId="{2EFC6CA9-EF6B-4B7D-A01E-A2BABB643C43}" srcOrd="0" destOrd="0" presId="urn:microsoft.com/office/officeart/2005/8/layout/hProcess11"/>
    <dgm:cxn modelId="{435887F7-A1CB-4F82-8EA0-A122F293ED64}" type="presParOf" srcId="{FED8A41E-5243-47C7-B931-D6F2222172AC}" destId="{219187AD-099C-4CE4-BC33-FEFE5A51994C}" srcOrd="1" destOrd="0" presId="urn:microsoft.com/office/officeart/2005/8/layout/hProcess11"/>
    <dgm:cxn modelId="{1CFFF470-6EC7-4897-B2D0-E8BCFFBA065F}" type="presParOf" srcId="{FED8A41E-5243-47C7-B931-D6F2222172AC}" destId="{80644805-A68D-42E0-8EF0-E861BD7016F5}" srcOrd="2" destOrd="0" presId="urn:microsoft.com/office/officeart/2005/8/layout/hProcess11"/>
    <dgm:cxn modelId="{3E476EAA-EFEF-4285-8868-AD5466D70A88}" type="presParOf" srcId="{5B76D98F-A510-414B-8C6C-E9FF91EF5004}" destId="{601A27F6-B1B8-423E-8E81-8CEAA4BCAFAB}" srcOrd="5" destOrd="0" presId="urn:microsoft.com/office/officeart/2005/8/layout/hProcess11"/>
    <dgm:cxn modelId="{2D905BCA-E5D1-4733-91DF-F63B4EF3164C}" type="presParOf" srcId="{5B76D98F-A510-414B-8C6C-E9FF91EF5004}" destId="{4A89AE3B-2880-47AE-99A2-13ADA4351095}" srcOrd="6" destOrd="0" presId="urn:microsoft.com/office/officeart/2005/8/layout/hProcess11"/>
    <dgm:cxn modelId="{76B2DF97-BFB0-4C8E-B4F3-2ACCC6E8493F}" type="presParOf" srcId="{4A89AE3B-2880-47AE-99A2-13ADA4351095}" destId="{7E7BCFD7-88FD-4391-8B22-FB4739F019B0}" srcOrd="0" destOrd="0" presId="urn:microsoft.com/office/officeart/2005/8/layout/hProcess11"/>
    <dgm:cxn modelId="{08335FDC-F193-4803-A61D-9EFAB6EF03A8}" type="presParOf" srcId="{4A89AE3B-2880-47AE-99A2-13ADA4351095}" destId="{BE64B5C8-A9ED-4FBE-8E84-729D1068D5AE}" srcOrd="1" destOrd="0" presId="urn:microsoft.com/office/officeart/2005/8/layout/hProcess11"/>
    <dgm:cxn modelId="{5BE70A70-D13B-4D0D-8F3B-2C7075FD6BAD}" type="presParOf" srcId="{4A89AE3B-2880-47AE-99A2-13ADA4351095}" destId="{D67B6C15-2190-46B7-B803-FADF2FC187F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4FE9E7-1913-43C2-9638-B8B6C35C5B99}" type="doc">
      <dgm:prSet loTypeId="urn:microsoft.com/office/officeart/2005/8/layout/hProcess1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s-PE"/>
        </a:p>
      </dgm:t>
    </dgm:pt>
    <dgm:pt modelId="{D20FA607-F788-4D41-8607-94C1D0FEDF66}">
      <dgm:prSet phldrT="[Texto]"/>
      <dgm:spPr/>
      <dgm:t>
        <a:bodyPr/>
        <a:lstStyle/>
        <a:p>
          <a:r>
            <a:rPr lang="es-PE"/>
            <a:t>Actualizar</a:t>
          </a:r>
        </a:p>
      </dgm:t>
    </dgm:pt>
    <dgm:pt modelId="{93CC45DB-3A82-4702-A965-BFFB12C0FB7E}" type="parTrans" cxnId="{168460FF-AA70-4542-AE38-375ABF4BD8B6}">
      <dgm:prSet/>
      <dgm:spPr/>
      <dgm:t>
        <a:bodyPr/>
        <a:lstStyle/>
        <a:p>
          <a:endParaRPr lang="es-PE"/>
        </a:p>
      </dgm:t>
    </dgm:pt>
    <dgm:pt modelId="{E85CBCA4-D75B-4707-829F-BE82532B535F}" type="sibTrans" cxnId="{168460FF-AA70-4542-AE38-375ABF4BD8B6}">
      <dgm:prSet/>
      <dgm:spPr/>
      <dgm:t>
        <a:bodyPr/>
        <a:lstStyle/>
        <a:p>
          <a:endParaRPr lang="es-PE"/>
        </a:p>
      </dgm:t>
    </dgm:pt>
    <dgm:pt modelId="{62EFD688-570C-4D45-9521-91E9C1197C62}">
      <dgm:prSet phldrT="[Texto]"/>
      <dgm:spPr/>
      <dgm:t>
        <a:bodyPr/>
        <a:lstStyle/>
        <a:p>
          <a:r>
            <a:rPr lang="es-PE"/>
            <a:t>Revisar y Aprobar</a:t>
          </a:r>
        </a:p>
      </dgm:t>
    </dgm:pt>
    <dgm:pt modelId="{BE3BF827-5917-42F8-A66F-5E10283C2FA6}" type="parTrans" cxnId="{36AB94E9-754E-4943-9928-163E4F2FE63A}">
      <dgm:prSet/>
      <dgm:spPr/>
      <dgm:t>
        <a:bodyPr/>
        <a:lstStyle/>
        <a:p>
          <a:endParaRPr lang="es-PE"/>
        </a:p>
      </dgm:t>
    </dgm:pt>
    <dgm:pt modelId="{F6E13383-C21C-4E86-B3C0-951482D4A70E}" type="sibTrans" cxnId="{36AB94E9-754E-4943-9928-163E4F2FE63A}">
      <dgm:prSet/>
      <dgm:spPr/>
      <dgm:t>
        <a:bodyPr/>
        <a:lstStyle/>
        <a:p>
          <a:endParaRPr lang="es-PE"/>
        </a:p>
      </dgm:t>
    </dgm:pt>
    <dgm:pt modelId="{83BF60D2-20F0-49ED-A127-45B7643F1EF5}">
      <dgm:prSet phldrT="[Texto]"/>
      <dgm:spPr/>
      <dgm:t>
        <a:bodyPr/>
        <a:lstStyle/>
        <a:p>
          <a:r>
            <a:rPr lang="es-PE"/>
            <a:t>Documentar</a:t>
          </a:r>
        </a:p>
      </dgm:t>
    </dgm:pt>
    <dgm:pt modelId="{ABF04D3A-8D3B-44CD-8430-D39E16FED831}" type="parTrans" cxnId="{D571CD08-9278-4315-9339-CABAA94EDF28}">
      <dgm:prSet/>
      <dgm:spPr/>
      <dgm:t>
        <a:bodyPr/>
        <a:lstStyle/>
        <a:p>
          <a:endParaRPr lang="es-PE"/>
        </a:p>
      </dgm:t>
    </dgm:pt>
    <dgm:pt modelId="{186B8397-7DB1-4A12-99E8-E1A9C693CA45}" type="sibTrans" cxnId="{D571CD08-9278-4315-9339-CABAA94EDF28}">
      <dgm:prSet/>
      <dgm:spPr/>
      <dgm:t>
        <a:bodyPr/>
        <a:lstStyle/>
        <a:p>
          <a:endParaRPr lang="es-PE"/>
        </a:p>
      </dgm:t>
    </dgm:pt>
    <dgm:pt modelId="{7A76FCBA-0A03-42C1-9D87-BFB140ED27A6}">
      <dgm:prSet phldrT="[Texto]"/>
      <dgm:spPr/>
      <dgm:t>
        <a:bodyPr/>
        <a:lstStyle/>
        <a:p>
          <a:r>
            <a:rPr lang="es-PE"/>
            <a:t>Socializar</a:t>
          </a:r>
        </a:p>
      </dgm:t>
    </dgm:pt>
    <dgm:pt modelId="{D2FB258D-87E0-419A-BC15-9A6362A74006}" type="parTrans" cxnId="{1657F253-BFAC-4361-8B53-CE0171E99C11}">
      <dgm:prSet/>
      <dgm:spPr/>
      <dgm:t>
        <a:bodyPr/>
        <a:lstStyle/>
        <a:p>
          <a:endParaRPr lang="es-PE"/>
        </a:p>
      </dgm:t>
    </dgm:pt>
    <dgm:pt modelId="{E864A769-DE99-4334-B2D0-7181B8123A06}" type="sibTrans" cxnId="{1657F253-BFAC-4361-8B53-CE0171E99C11}">
      <dgm:prSet/>
      <dgm:spPr/>
      <dgm:t>
        <a:bodyPr/>
        <a:lstStyle/>
        <a:p>
          <a:endParaRPr lang="es-PE"/>
        </a:p>
      </dgm:t>
    </dgm:pt>
    <dgm:pt modelId="{6AC792B2-02AA-477E-95C7-8CF3F593A712}" type="pres">
      <dgm:prSet presAssocID="{F94FE9E7-1913-43C2-9638-B8B6C35C5B99}" presName="Name0" presStyleCnt="0">
        <dgm:presLayoutVars>
          <dgm:dir/>
          <dgm:resizeHandles val="exact"/>
        </dgm:presLayoutVars>
      </dgm:prSet>
      <dgm:spPr/>
    </dgm:pt>
    <dgm:pt modelId="{4BE1A5FE-2194-4EF1-BF54-B76F3C57B8DB}" type="pres">
      <dgm:prSet presAssocID="{F94FE9E7-1913-43C2-9638-B8B6C35C5B99}" presName="arrow" presStyleLbl="bgShp" presStyleIdx="0" presStyleCnt="1"/>
      <dgm:spPr/>
    </dgm:pt>
    <dgm:pt modelId="{5B76D98F-A510-414B-8C6C-E9FF91EF5004}" type="pres">
      <dgm:prSet presAssocID="{F94FE9E7-1913-43C2-9638-B8B6C35C5B99}" presName="points" presStyleCnt="0"/>
      <dgm:spPr/>
    </dgm:pt>
    <dgm:pt modelId="{18367464-E15A-45FA-B8AE-D10C88403159}" type="pres">
      <dgm:prSet presAssocID="{D20FA607-F788-4D41-8607-94C1D0FEDF66}" presName="compositeA" presStyleCnt="0"/>
      <dgm:spPr/>
    </dgm:pt>
    <dgm:pt modelId="{FEB2EA1C-1CF0-418E-BC11-7A1605884C1C}" type="pres">
      <dgm:prSet presAssocID="{D20FA607-F788-4D41-8607-94C1D0FEDF66}" presName="textA" presStyleLbl="revTx" presStyleIdx="0" presStyleCnt="4">
        <dgm:presLayoutVars>
          <dgm:bulletEnabled val="1"/>
        </dgm:presLayoutVars>
      </dgm:prSet>
      <dgm:spPr/>
    </dgm:pt>
    <dgm:pt modelId="{35771CE3-EA10-400C-977C-56398CCBF87B}" type="pres">
      <dgm:prSet presAssocID="{D20FA607-F788-4D41-8607-94C1D0FEDF66}" presName="circleA" presStyleLbl="node1" presStyleIdx="0" presStyleCnt="4"/>
      <dgm:spPr/>
    </dgm:pt>
    <dgm:pt modelId="{F99C4C69-FC52-4713-91ED-C6D2FBDF7F53}" type="pres">
      <dgm:prSet presAssocID="{D20FA607-F788-4D41-8607-94C1D0FEDF66}" presName="spaceA" presStyleCnt="0"/>
      <dgm:spPr/>
    </dgm:pt>
    <dgm:pt modelId="{1E872D53-2A43-45DD-B276-BD06AFF8AD2B}" type="pres">
      <dgm:prSet presAssocID="{E85CBCA4-D75B-4707-829F-BE82532B535F}" presName="space" presStyleCnt="0"/>
      <dgm:spPr/>
    </dgm:pt>
    <dgm:pt modelId="{763511CC-CD44-493D-95D8-601F3BF106E4}" type="pres">
      <dgm:prSet presAssocID="{62EFD688-570C-4D45-9521-91E9C1197C62}" presName="compositeB" presStyleCnt="0"/>
      <dgm:spPr/>
    </dgm:pt>
    <dgm:pt modelId="{668EF202-A7B3-4A34-B99A-7AC4AEE83055}" type="pres">
      <dgm:prSet presAssocID="{62EFD688-570C-4D45-9521-91E9C1197C62}" presName="textB" presStyleLbl="revTx" presStyleIdx="1" presStyleCnt="4">
        <dgm:presLayoutVars>
          <dgm:bulletEnabled val="1"/>
        </dgm:presLayoutVars>
      </dgm:prSet>
      <dgm:spPr/>
    </dgm:pt>
    <dgm:pt modelId="{C4177AAB-1884-40A8-84D0-7AD0F353EBF1}" type="pres">
      <dgm:prSet presAssocID="{62EFD688-570C-4D45-9521-91E9C1197C62}" presName="circleB" presStyleLbl="node1" presStyleIdx="1" presStyleCnt="4"/>
      <dgm:spPr/>
    </dgm:pt>
    <dgm:pt modelId="{09C5C46A-6378-454F-93A7-E5BF3574685B}" type="pres">
      <dgm:prSet presAssocID="{62EFD688-570C-4D45-9521-91E9C1197C62}" presName="spaceB" presStyleCnt="0"/>
      <dgm:spPr/>
    </dgm:pt>
    <dgm:pt modelId="{0F1E1E3C-DFE4-40F9-8B55-8AE2B0CECC9D}" type="pres">
      <dgm:prSet presAssocID="{F6E13383-C21C-4E86-B3C0-951482D4A70E}" presName="space" presStyleCnt="0"/>
      <dgm:spPr/>
    </dgm:pt>
    <dgm:pt modelId="{FED8A41E-5243-47C7-B931-D6F2222172AC}" type="pres">
      <dgm:prSet presAssocID="{83BF60D2-20F0-49ED-A127-45B7643F1EF5}" presName="compositeA" presStyleCnt="0"/>
      <dgm:spPr/>
    </dgm:pt>
    <dgm:pt modelId="{2EFC6CA9-EF6B-4B7D-A01E-A2BABB643C43}" type="pres">
      <dgm:prSet presAssocID="{83BF60D2-20F0-49ED-A127-45B7643F1EF5}" presName="textA" presStyleLbl="revTx" presStyleIdx="2" presStyleCnt="4">
        <dgm:presLayoutVars>
          <dgm:bulletEnabled val="1"/>
        </dgm:presLayoutVars>
      </dgm:prSet>
      <dgm:spPr/>
    </dgm:pt>
    <dgm:pt modelId="{219187AD-099C-4CE4-BC33-FEFE5A51994C}" type="pres">
      <dgm:prSet presAssocID="{83BF60D2-20F0-49ED-A127-45B7643F1EF5}" presName="circleA" presStyleLbl="node1" presStyleIdx="2" presStyleCnt="4"/>
      <dgm:spPr/>
    </dgm:pt>
    <dgm:pt modelId="{80644805-A68D-42E0-8EF0-E861BD7016F5}" type="pres">
      <dgm:prSet presAssocID="{83BF60D2-20F0-49ED-A127-45B7643F1EF5}" presName="spaceA" presStyleCnt="0"/>
      <dgm:spPr/>
    </dgm:pt>
    <dgm:pt modelId="{601A27F6-B1B8-423E-8E81-8CEAA4BCAFAB}" type="pres">
      <dgm:prSet presAssocID="{186B8397-7DB1-4A12-99E8-E1A9C693CA45}" presName="space" presStyleCnt="0"/>
      <dgm:spPr/>
    </dgm:pt>
    <dgm:pt modelId="{4A89AE3B-2880-47AE-99A2-13ADA4351095}" type="pres">
      <dgm:prSet presAssocID="{7A76FCBA-0A03-42C1-9D87-BFB140ED27A6}" presName="compositeB" presStyleCnt="0"/>
      <dgm:spPr/>
    </dgm:pt>
    <dgm:pt modelId="{7E7BCFD7-88FD-4391-8B22-FB4739F019B0}" type="pres">
      <dgm:prSet presAssocID="{7A76FCBA-0A03-42C1-9D87-BFB140ED27A6}" presName="textB" presStyleLbl="revTx" presStyleIdx="3" presStyleCnt="4">
        <dgm:presLayoutVars>
          <dgm:bulletEnabled val="1"/>
        </dgm:presLayoutVars>
      </dgm:prSet>
      <dgm:spPr/>
    </dgm:pt>
    <dgm:pt modelId="{BE64B5C8-A9ED-4FBE-8E84-729D1068D5AE}" type="pres">
      <dgm:prSet presAssocID="{7A76FCBA-0A03-42C1-9D87-BFB140ED27A6}" presName="circleB" presStyleLbl="node1" presStyleIdx="3" presStyleCnt="4"/>
      <dgm:spPr/>
    </dgm:pt>
    <dgm:pt modelId="{D67B6C15-2190-46B7-B803-FADF2FC187F9}" type="pres">
      <dgm:prSet presAssocID="{7A76FCBA-0A03-42C1-9D87-BFB140ED27A6}" presName="spaceB" presStyleCnt="0"/>
      <dgm:spPr/>
    </dgm:pt>
  </dgm:ptLst>
  <dgm:cxnLst>
    <dgm:cxn modelId="{D571CD08-9278-4315-9339-CABAA94EDF28}" srcId="{F94FE9E7-1913-43C2-9638-B8B6C35C5B99}" destId="{83BF60D2-20F0-49ED-A127-45B7643F1EF5}" srcOrd="2" destOrd="0" parTransId="{ABF04D3A-8D3B-44CD-8430-D39E16FED831}" sibTransId="{186B8397-7DB1-4A12-99E8-E1A9C693CA45}"/>
    <dgm:cxn modelId="{2F16366C-56B1-4E9E-A5CE-D1C089145628}" type="presOf" srcId="{83BF60D2-20F0-49ED-A127-45B7643F1EF5}" destId="{2EFC6CA9-EF6B-4B7D-A01E-A2BABB643C43}" srcOrd="0" destOrd="0" presId="urn:microsoft.com/office/officeart/2005/8/layout/hProcess11"/>
    <dgm:cxn modelId="{1657F253-BFAC-4361-8B53-CE0171E99C11}" srcId="{F94FE9E7-1913-43C2-9638-B8B6C35C5B99}" destId="{7A76FCBA-0A03-42C1-9D87-BFB140ED27A6}" srcOrd="3" destOrd="0" parTransId="{D2FB258D-87E0-419A-BC15-9A6362A74006}" sibTransId="{E864A769-DE99-4334-B2D0-7181B8123A06}"/>
    <dgm:cxn modelId="{52B99183-3AF5-4C31-8CDF-09FCB2610394}" type="presOf" srcId="{D20FA607-F788-4D41-8607-94C1D0FEDF66}" destId="{FEB2EA1C-1CF0-418E-BC11-7A1605884C1C}" srcOrd="0" destOrd="0" presId="urn:microsoft.com/office/officeart/2005/8/layout/hProcess11"/>
    <dgm:cxn modelId="{BDAAB38B-BE68-40B8-AEB8-2944E7C212BF}" type="presOf" srcId="{7A76FCBA-0A03-42C1-9D87-BFB140ED27A6}" destId="{7E7BCFD7-88FD-4391-8B22-FB4739F019B0}" srcOrd="0" destOrd="0" presId="urn:microsoft.com/office/officeart/2005/8/layout/hProcess11"/>
    <dgm:cxn modelId="{6EAE0AB1-339F-4993-A8BD-50C629B984DF}" type="presOf" srcId="{62EFD688-570C-4D45-9521-91E9C1197C62}" destId="{668EF202-A7B3-4A34-B99A-7AC4AEE83055}" srcOrd="0" destOrd="0" presId="urn:microsoft.com/office/officeart/2005/8/layout/hProcess11"/>
    <dgm:cxn modelId="{36AB94E9-754E-4943-9928-163E4F2FE63A}" srcId="{F94FE9E7-1913-43C2-9638-B8B6C35C5B99}" destId="{62EFD688-570C-4D45-9521-91E9C1197C62}" srcOrd="1" destOrd="0" parTransId="{BE3BF827-5917-42F8-A66F-5E10283C2FA6}" sibTransId="{F6E13383-C21C-4E86-B3C0-951482D4A70E}"/>
    <dgm:cxn modelId="{261E48F5-DE96-4E03-941C-D51C76298770}" type="presOf" srcId="{F94FE9E7-1913-43C2-9638-B8B6C35C5B99}" destId="{6AC792B2-02AA-477E-95C7-8CF3F593A712}" srcOrd="0" destOrd="0" presId="urn:microsoft.com/office/officeart/2005/8/layout/hProcess11"/>
    <dgm:cxn modelId="{168460FF-AA70-4542-AE38-375ABF4BD8B6}" srcId="{F94FE9E7-1913-43C2-9638-B8B6C35C5B99}" destId="{D20FA607-F788-4D41-8607-94C1D0FEDF66}" srcOrd="0" destOrd="0" parTransId="{93CC45DB-3A82-4702-A965-BFFB12C0FB7E}" sibTransId="{E85CBCA4-D75B-4707-829F-BE82532B535F}"/>
    <dgm:cxn modelId="{6D88826F-A569-4463-AFB0-B063A3EB4984}" type="presParOf" srcId="{6AC792B2-02AA-477E-95C7-8CF3F593A712}" destId="{4BE1A5FE-2194-4EF1-BF54-B76F3C57B8DB}" srcOrd="0" destOrd="0" presId="urn:microsoft.com/office/officeart/2005/8/layout/hProcess11"/>
    <dgm:cxn modelId="{BFA6A9D0-6FF6-4184-8763-AB80AC318A12}" type="presParOf" srcId="{6AC792B2-02AA-477E-95C7-8CF3F593A712}" destId="{5B76D98F-A510-414B-8C6C-E9FF91EF5004}" srcOrd="1" destOrd="0" presId="urn:microsoft.com/office/officeart/2005/8/layout/hProcess11"/>
    <dgm:cxn modelId="{6F63084E-D540-4C7B-878F-0738835B3569}" type="presParOf" srcId="{5B76D98F-A510-414B-8C6C-E9FF91EF5004}" destId="{18367464-E15A-45FA-B8AE-D10C88403159}" srcOrd="0" destOrd="0" presId="urn:microsoft.com/office/officeart/2005/8/layout/hProcess11"/>
    <dgm:cxn modelId="{4401BA6D-C889-4873-A9CF-FD220A88AC2F}" type="presParOf" srcId="{18367464-E15A-45FA-B8AE-D10C88403159}" destId="{FEB2EA1C-1CF0-418E-BC11-7A1605884C1C}" srcOrd="0" destOrd="0" presId="urn:microsoft.com/office/officeart/2005/8/layout/hProcess11"/>
    <dgm:cxn modelId="{08516A06-F020-4568-A858-F27747FD0552}" type="presParOf" srcId="{18367464-E15A-45FA-B8AE-D10C88403159}" destId="{35771CE3-EA10-400C-977C-56398CCBF87B}" srcOrd="1" destOrd="0" presId="urn:microsoft.com/office/officeart/2005/8/layout/hProcess11"/>
    <dgm:cxn modelId="{4E06AB75-276B-4BC2-8497-9FC853985568}" type="presParOf" srcId="{18367464-E15A-45FA-B8AE-D10C88403159}" destId="{F99C4C69-FC52-4713-91ED-C6D2FBDF7F53}" srcOrd="2" destOrd="0" presId="urn:microsoft.com/office/officeart/2005/8/layout/hProcess11"/>
    <dgm:cxn modelId="{D75DAC26-A096-4B2E-A4F6-7BFF371CA268}" type="presParOf" srcId="{5B76D98F-A510-414B-8C6C-E9FF91EF5004}" destId="{1E872D53-2A43-45DD-B276-BD06AFF8AD2B}" srcOrd="1" destOrd="0" presId="urn:microsoft.com/office/officeart/2005/8/layout/hProcess11"/>
    <dgm:cxn modelId="{0E6C0530-16EB-4BBA-B8D3-C057ACA8A5C0}" type="presParOf" srcId="{5B76D98F-A510-414B-8C6C-E9FF91EF5004}" destId="{763511CC-CD44-493D-95D8-601F3BF106E4}" srcOrd="2" destOrd="0" presId="urn:microsoft.com/office/officeart/2005/8/layout/hProcess11"/>
    <dgm:cxn modelId="{53B645C6-449F-4AFB-8166-669E346BD7E1}" type="presParOf" srcId="{763511CC-CD44-493D-95D8-601F3BF106E4}" destId="{668EF202-A7B3-4A34-B99A-7AC4AEE83055}" srcOrd="0" destOrd="0" presId="urn:microsoft.com/office/officeart/2005/8/layout/hProcess11"/>
    <dgm:cxn modelId="{FC5F0923-C72C-46C3-9373-584E9189CA8F}" type="presParOf" srcId="{763511CC-CD44-493D-95D8-601F3BF106E4}" destId="{C4177AAB-1884-40A8-84D0-7AD0F353EBF1}" srcOrd="1" destOrd="0" presId="urn:microsoft.com/office/officeart/2005/8/layout/hProcess11"/>
    <dgm:cxn modelId="{133EE615-F35F-4000-83DF-B4A47FD48842}" type="presParOf" srcId="{763511CC-CD44-493D-95D8-601F3BF106E4}" destId="{09C5C46A-6378-454F-93A7-E5BF3574685B}" srcOrd="2" destOrd="0" presId="urn:microsoft.com/office/officeart/2005/8/layout/hProcess11"/>
    <dgm:cxn modelId="{E4546D64-0421-4F58-A1F3-68ECABD576D2}" type="presParOf" srcId="{5B76D98F-A510-414B-8C6C-E9FF91EF5004}" destId="{0F1E1E3C-DFE4-40F9-8B55-8AE2B0CECC9D}" srcOrd="3" destOrd="0" presId="urn:microsoft.com/office/officeart/2005/8/layout/hProcess11"/>
    <dgm:cxn modelId="{B9B0758B-6A4E-40F9-BFE9-EC58B7CD8BC0}" type="presParOf" srcId="{5B76D98F-A510-414B-8C6C-E9FF91EF5004}" destId="{FED8A41E-5243-47C7-B931-D6F2222172AC}" srcOrd="4" destOrd="0" presId="urn:microsoft.com/office/officeart/2005/8/layout/hProcess11"/>
    <dgm:cxn modelId="{0F25189C-085B-4AAB-9ED6-9EE46E998B4F}" type="presParOf" srcId="{FED8A41E-5243-47C7-B931-D6F2222172AC}" destId="{2EFC6CA9-EF6B-4B7D-A01E-A2BABB643C43}" srcOrd="0" destOrd="0" presId="urn:microsoft.com/office/officeart/2005/8/layout/hProcess11"/>
    <dgm:cxn modelId="{435887F7-A1CB-4F82-8EA0-A122F293ED64}" type="presParOf" srcId="{FED8A41E-5243-47C7-B931-D6F2222172AC}" destId="{219187AD-099C-4CE4-BC33-FEFE5A51994C}" srcOrd="1" destOrd="0" presId="urn:microsoft.com/office/officeart/2005/8/layout/hProcess11"/>
    <dgm:cxn modelId="{1CFFF470-6EC7-4897-B2D0-E8BCFFBA065F}" type="presParOf" srcId="{FED8A41E-5243-47C7-B931-D6F2222172AC}" destId="{80644805-A68D-42E0-8EF0-E861BD7016F5}" srcOrd="2" destOrd="0" presId="urn:microsoft.com/office/officeart/2005/8/layout/hProcess11"/>
    <dgm:cxn modelId="{3E476EAA-EFEF-4285-8868-AD5466D70A88}" type="presParOf" srcId="{5B76D98F-A510-414B-8C6C-E9FF91EF5004}" destId="{601A27F6-B1B8-423E-8E81-8CEAA4BCAFAB}" srcOrd="5" destOrd="0" presId="urn:microsoft.com/office/officeart/2005/8/layout/hProcess11"/>
    <dgm:cxn modelId="{2D905BCA-E5D1-4733-91DF-F63B4EF3164C}" type="presParOf" srcId="{5B76D98F-A510-414B-8C6C-E9FF91EF5004}" destId="{4A89AE3B-2880-47AE-99A2-13ADA4351095}" srcOrd="6" destOrd="0" presId="urn:microsoft.com/office/officeart/2005/8/layout/hProcess11"/>
    <dgm:cxn modelId="{76B2DF97-BFB0-4C8E-B4F3-2ACCC6E8493F}" type="presParOf" srcId="{4A89AE3B-2880-47AE-99A2-13ADA4351095}" destId="{7E7BCFD7-88FD-4391-8B22-FB4739F019B0}" srcOrd="0" destOrd="0" presId="urn:microsoft.com/office/officeart/2005/8/layout/hProcess11"/>
    <dgm:cxn modelId="{08335FDC-F193-4803-A61D-9EFAB6EF03A8}" type="presParOf" srcId="{4A89AE3B-2880-47AE-99A2-13ADA4351095}" destId="{BE64B5C8-A9ED-4FBE-8E84-729D1068D5AE}" srcOrd="1" destOrd="0" presId="urn:microsoft.com/office/officeart/2005/8/layout/hProcess11"/>
    <dgm:cxn modelId="{5BE70A70-D13B-4D0D-8F3B-2C7075FD6BAD}" type="presParOf" srcId="{4A89AE3B-2880-47AE-99A2-13ADA4351095}" destId="{D67B6C15-2190-46B7-B803-FADF2FC187F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4FE9E7-1913-43C2-9638-B8B6C35C5B99}" type="doc">
      <dgm:prSet loTypeId="urn:microsoft.com/office/officeart/2005/8/layout/hProcess1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s-PE"/>
        </a:p>
      </dgm:t>
    </dgm:pt>
    <dgm:pt modelId="{D20FA607-F788-4D41-8607-94C1D0FEDF66}">
      <dgm:prSet phldrT="[Texto]"/>
      <dgm:spPr/>
      <dgm:t>
        <a:bodyPr/>
        <a:lstStyle/>
        <a:p>
          <a:r>
            <a:rPr lang="es-PE"/>
            <a:t>Actualizar</a:t>
          </a:r>
        </a:p>
      </dgm:t>
    </dgm:pt>
    <dgm:pt modelId="{93CC45DB-3A82-4702-A965-BFFB12C0FB7E}" type="parTrans" cxnId="{168460FF-AA70-4542-AE38-375ABF4BD8B6}">
      <dgm:prSet/>
      <dgm:spPr/>
      <dgm:t>
        <a:bodyPr/>
        <a:lstStyle/>
        <a:p>
          <a:endParaRPr lang="es-PE"/>
        </a:p>
      </dgm:t>
    </dgm:pt>
    <dgm:pt modelId="{E85CBCA4-D75B-4707-829F-BE82532B535F}" type="sibTrans" cxnId="{168460FF-AA70-4542-AE38-375ABF4BD8B6}">
      <dgm:prSet/>
      <dgm:spPr/>
      <dgm:t>
        <a:bodyPr/>
        <a:lstStyle/>
        <a:p>
          <a:endParaRPr lang="es-PE"/>
        </a:p>
      </dgm:t>
    </dgm:pt>
    <dgm:pt modelId="{62EFD688-570C-4D45-9521-91E9C1197C62}">
      <dgm:prSet phldrT="[Texto]"/>
      <dgm:spPr/>
      <dgm:t>
        <a:bodyPr/>
        <a:lstStyle/>
        <a:p>
          <a:r>
            <a:rPr lang="es-PE"/>
            <a:t>Revisar y Aprobar</a:t>
          </a:r>
        </a:p>
      </dgm:t>
    </dgm:pt>
    <dgm:pt modelId="{BE3BF827-5917-42F8-A66F-5E10283C2FA6}" type="parTrans" cxnId="{36AB94E9-754E-4943-9928-163E4F2FE63A}">
      <dgm:prSet/>
      <dgm:spPr/>
      <dgm:t>
        <a:bodyPr/>
        <a:lstStyle/>
        <a:p>
          <a:endParaRPr lang="es-PE"/>
        </a:p>
      </dgm:t>
    </dgm:pt>
    <dgm:pt modelId="{F6E13383-C21C-4E86-B3C0-951482D4A70E}" type="sibTrans" cxnId="{36AB94E9-754E-4943-9928-163E4F2FE63A}">
      <dgm:prSet/>
      <dgm:spPr/>
      <dgm:t>
        <a:bodyPr/>
        <a:lstStyle/>
        <a:p>
          <a:endParaRPr lang="es-PE"/>
        </a:p>
      </dgm:t>
    </dgm:pt>
    <dgm:pt modelId="{83BF60D2-20F0-49ED-A127-45B7643F1EF5}">
      <dgm:prSet phldrT="[Texto]"/>
      <dgm:spPr/>
      <dgm:t>
        <a:bodyPr/>
        <a:lstStyle/>
        <a:p>
          <a:r>
            <a:rPr lang="es-PE"/>
            <a:t>Documentar</a:t>
          </a:r>
        </a:p>
      </dgm:t>
    </dgm:pt>
    <dgm:pt modelId="{ABF04D3A-8D3B-44CD-8430-D39E16FED831}" type="parTrans" cxnId="{D571CD08-9278-4315-9339-CABAA94EDF28}">
      <dgm:prSet/>
      <dgm:spPr/>
      <dgm:t>
        <a:bodyPr/>
        <a:lstStyle/>
        <a:p>
          <a:endParaRPr lang="es-PE"/>
        </a:p>
      </dgm:t>
    </dgm:pt>
    <dgm:pt modelId="{186B8397-7DB1-4A12-99E8-E1A9C693CA45}" type="sibTrans" cxnId="{D571CD08-9278-4315-9339-CABAA94EDF28}">
      <dgm:prSet/>
      <dgm:spPr/>
      <dgm:t>
        <a:bodyPr/>
        <a:lstStyle/>
        <a:p>
          <a:endParaRPr lang="es-PE"/>
        </a:p>
      </dgm:t>
    </dgm:pt>
    <dgm:pt modelId="{7A76FCBA-0A03-42C1-9D87-BFB140ED27A6}">
      <dgm:prSet phldrT="[Texto]"/>
      <dgm:spPr/>
      <dgm:t>
        <a:bodyPr/>
        <a:lstStyle/>
        <a:p>
          <a:r>
            <a:rPr lang="es-PE"/>
            <a:t>Socializar</a:t>
          </a:r>
        </a:p>
      </dgm:t>
    </dgm:pt>
    <dgm:pt modelId="{D2FB258D-87E0-419A-BC15-9A6362A74006}" type="parTrans" cxnId="{1657F253-BFAC-4361-8B53-CE0171E99C11}">
      <dgm:prSet/>
      <dgm:spPr/>
      <dgm:t>
        <a:bodyPr/>
        <a:lstStyle/>
        <a:p>
          <a:endParaRPr lang="es-PE"/>
        </a:p>
      </dgm:t>
    </dgm:pt>
    <dgm:pt modelId="{E864A769-DE99-4334-B2D0-7181B8123A06}" type="sibTrans" cxnId="{1657F253-BFAC-4361-8B53-CE0171E99C11}">
      <dgm:prSet/>
      <dgm:spPr/>
      <dgm:t>
        <a:bodyPr/>
        <a:lstStyle/>
        <a:p>
          <a:endParaRPr lang="es-PE"/>
        </a:p>
      </dgm:t>
    </dgm:pt>
    <dgm:pt modelId="{6AC792B2-02AA-477E-95C7-8CF3F593A712}" type="pres">
      <dgm:prSet presAssocID="{F94FE9E7-1913-43C2-9638-B8B6C35C5B99}" presName="Name0" presStyleCnt="0">
        <dgm:presLayoutVars>
          <dgm:dir/>
          <dgm:resizeHandles val="exact"/>
        </dgm:presLayoutVars>
      </dgm:prSet>
      <dgm:spPr/>
    </dgm:pt>
    <dgm:pt modelId="{4BE1A5FE-2194-4EF1-BF54-B76F3C57B8DB}" type="pres">
      <dgm:prSet presAssocID="{F94FE9E7-1913-43C2-9638-B8B6C35C5B99}" presName="arrow" presStyleLbl="bgShp" presStyleIdx="0" presStyleCnt="1"/>
      <dgm:spPr/>
    </dgm:pt>
    <dgm:pt modelId="{5B76D98F-A510-414B-8C6C-E9FF91EF5004}" type="pres">
      <dgm:prSet presAssocID="{F94FE9E7-1913-43C2-9638-B8B6C35C5B99}" presName="points" presStyleCnt="0"/>
      <dgm:spPr/>
    </dgm:pt>
    <dgm:pt modelId="{18367464-E15A-45FA-B8AE-D10C88403159}" type="pres">
      <dgm:prSet presAssocID="{D20FA607-F788-4D41-8607-94C1D0FEDF66}" presName="compositeA" presStyleCnt="0"/>
      <dgm:spPr/>
    </dgm:pt>
    <dgm:pt modelId="{FEB2EA1C-1CF0-418E-BC11-7A1605884C1C}" type="pres">
      <dgm:prSet presAssocID="{D20FA607-F788-4D41-8607-94C1D0FEDF66}" presName="textA" presStyleLbl="revTx" presStyleIdx="0" presStyleCnt="4">
        <dgm:presLayoutVars>
          <dgm:bulletEnabled val="1"/>
        </dgm:presLayoutVars>
      </dgm:prSet>
      <dgm:spPr/>
    </dgm:pt>
    <dgm:pt modelId="{35771CE3-EA10-400C-977C-56398CCBF87B}" type="pres">
      <dgm:prSet presAssocID="{D20FA607-F788-4D41-8607-94C1D0FEDF66}" presName="circleA" presStyleLbl="node1" presStyleIdx="0" presStyleCnt="4"/>
      <dgm:spPr/>
    </dgm:pt>
    <dgm:pt modelId="{F99C4C69-FC52-4713-91ED-C6D2FBDF7F53}" type="pres">
      <dgm:prSet presAssocID="{D20FA607-F788-4D41-8607-94C1D0FEDF66}" presName="spaceA" presStyleCnt="0"/>
      <dgm:spPr/>
    </dgm:pt>
    <dgm:pt modelId="{1E872D53-2A43-45DD-B276-BD06AFF8AD2B}" type="pres">
      <dgm:prSet presAssocID="{E85CBCA4-D75B-4707-829F-BE82532B535F}" presName="space" presStyleCnt="0"/>
      <dgm:spPr/>
    </dgm:pt>
    <dgm:pt modelId="{763511CC-CD44-493D-95D8-601F3BF106E4}" type="pres">
      <dgm:prSet presAssocID="{62EFD688-570C-4D45-9521-91E9C1197C62}" presName="compositeB" presStyleCnt="0"/>
      <dgm:spPr/>
    </dgm:pt>
    <dgm:pt modelId="{668EF202-A7B3-4A34-B99A-7AC4AEE83055}" type="pres">
      <dgm:prSet presAssocID="{62EFD688-570C-4D45-9521-91E9C1197C62}" presName="textB" presStyleLbl="revTx" presStyleIdx="1" presStyleCnt="4">
        <dgm:presLayoutVars>
          <dgm:bulletEnabled val="1"/>
        </dgm:presLayoutVars>
      </dgm:prSet>
      <dgm:spPr/>
    </dgm:pt>
    <dgm:pt modelId="{C4177AAB-1884-40A8-84D0-7AD0F353EBF1}" type="pres">
      <dgm:prSet presAssocID="{62EFD688-570C-4D45-9521-91E9C1197C62}" presName="circleB" presStyleLbl="node1" presStyleIdx="1" presStyleCnt="4"/>
      <dgm:spPr/>
    </dgm:pt>
    <dgm:pt modelId="{09C5C46A-6378-454F-93A7-E5BF3574685B}" type="pres">
      <dgm:prSet presAssocID="{62EFD688-570C-4D45-9521-91E9C1197C62}" presName="spaceB" presStyleCnt="0"/>
      <dgm:spPr/>
    </dgm:pt>
    <dgm:pt modelId="{0F1E1E3C-DFE4-40F9-8B55-8AE2B0CECC9D}" type="pres">
      <dgm:prSet presAssocID="{F6E13383-C21C-4E86-B3C0-951482D4A70E}" presName="space" presStyleCnt="0"/>
      <dgm:spPr/>
    </dgm:pt>
    <dgm:pt modelId="{FED8A41E-5243-47C7-B931-D6F2222172AC}" type="pres">
      <dgm:prSet presAssocID="{83BF60D2-20F0-49ED-A127-45B7643F1EF5}" presName="compositeA" presStyleCnt="0"/>
      <dgm:spPr/>
    </dgm:pt>
    <dgm:pt modelId="{2EFC6CA9-EF6B-4B7D-A01E-A2BABB643C43}" type="pres">
      <dgm:prSet presAssocID="{83BF60D2-20F0-49ED-A127-45B7643F1EF5}" presName="textA" presStyleLbl="revTx" presStyleIdx="2" presStyleCnt="4">
        <dgm:presLayoutVars>
          <dgm:bulletEnabled val="1"/>
        </dgm:presLayoutVars>
      </dgm:prSet>
      <dgm:spPr/>
    </dgm:pt>
    <dgm:pt modelId="{219187AD-099C-4CE4-BC33-FEFE5A51994C}" type="pres">
      <dgm:prSet presAssocID="{83BF60D2-20F0-49ED-A127-45B7643F1EF5}" presName="circleA" presStyleLbl="node1" presStyleIdx="2" presStyleCnt="4"/>
      <dgm:spPr/>
    </dgm:pt>
    <dgm:pt modelId="{80644805-A68D-42E0-8EF0-E861BD7016F5}" type="pres">
      <dgm:prSet presAssocID="{83BF60D2-20F0-49ED-A127-45B7643F1EF5}" presName="spaceA" presStyleCnt="0"/>
      <dgm:spPr/>
    </dgm:pt>
    <dgm:pt modelId="{601A27F6-B1B8-423E-8E81-8CEAA4BCAFAB}" type="pres">
      <dgm:prSet presAssocID="{186B8397-7DB1-4A12-99E8-E1A9C693CA45}" presName="space" presStyleCnt="0"/>
      <dgm:spPr/>
    </dgm:pt>
    <dgm:pt modelId="{4A89AE3B-2880-47AE-99A2-13ADA4351095}" type="pres">
      <dgm:prSet presAssocID="{7A76FCBA-0A03-42C1-9D87-BFB140ED27A6}" presName="compositeB" presStyleCnt="0"/>
      <dgm:spPr/>
    </dgm:pt>
    <dgm:pt modelId="{7E7BCFD7-88FD-4391-8B22-FB4739F019B0}" type="pres">
      <dgm:prSet presAssocID="{7A76FCBA-0A03-42C1-9D87-BFB140ED27A6}" presName="textB" presStyleLbl="revTx" presStyleIdx="3" presStyleCnt="4">
        <dgm:presLayoutVars>
          <dgm:bulletEnabled val="1"/>
        </dgm:presLayoutVars>
      </dgm:prSet>
      <dgm:spPr/>
    </dgm:pt>
    <dgm:pt modelId="{BE64B5C8-A9ED-4FBE-8E84-729D1068D5AE}" type="pres">
      <dgm:prSet presAssocID="{7A76FCBA-0A03-42C1-9D87-BFB140ED27A6}" presName="circleB" presStyleLbl="node1" presStyleIdx="3" presStyleCnt="4"/>
      <dgm:spPr/>
    </dgm:pt>
    <dgm:pt modelId="{D67B6C15-2190-46B7-B803-FADF2FC187F9}" type="pres">
      <dgm:prSet presAssocID="{7A76FCBA-0A03-42C1-9D87-BFB140ED27A6}" presName="spaceB" presStyleCnt="0"/>
      <dgm:spPr/>
    </dgm:pt>
  </dgm:ptLst>
  <dgm:cxnLst>
    <dgm:cxn modelId="{D571CD08-9278-4315-9339-CABAA94EDF28}" srcId="{F94FE9E7-1913-43C2-9638-B8B6C35C5B99}" destId="{83BF60D2-20F0-49ED-A127-45B7643F1EF5}" srcOrd="2" destOrd="0" parTransId="{ABF04D3A-8D3B-44CD-8430-D39E16FED831}" sibTransId="{186B8397-7DB1-4A12-99E8-E1A9C693CA45}"/>
    <dgm:cxn modelId="{2F16366C-56B1-4E9E-A5CE-D1C089145628}" type="presOf" srcId="{83BF60D2-20F0-49ED-A127-45B7643F1EF5}" destId="{2EFC6CA9-EF6B-4B7D-A01E-A2BABB643C43}" srcOrd="0" destOrd="0" presId="urn:microsoft.com/office/officeart/2005/8/layout/hProcess11"/>
    <dgm:cxn modelId="{1657F253-BFAC-4361-8B53-CE0171E99C11}" srcId="{F94FE9E7-1913-43C2-9638-B8B6C35C5B99}" destId="{7A76FCBA-0A03-42C1-9D87-BFB140ED27A6}" srcOrd="3" destOrd="0" parTransId="{D2FB258D-87E0-419A-BC15-9A6362A74006}" sibTransId="{E864A769-DE99-4334-B2D0-7181B8123A06}"/>
    <dgm:cxn modelId="{52B99183-3AF5-4C31-8CDF-09FCB2610394}" type="presOf" srcId="{D20FA607-F788-4D41-8607-94C1D0FEDF66}" destId="{FEB2EA1C-1CF0-418E-BC11-7A1605884C1C}" srcOrd="0" destOrd="0" presId="urn:microsoft.com/office/officeart/2005/8/layout/hProcess11"/>
    <dgm:cxn modelId="{BDAAB38B-BE68-40B8-AEB8-2944E7C212BF}" type="presOf" srcId="{7A76FCBA-0A03-42C1-9D87-BFB140ED27A6}" destId="{7E7BCFD7-88FD-4391-8B22-FB4739F019B0}" srcOrd="0" destOrd="0" presId="urn:microsoft.com/office/officeart/2005/8/layout/hProcess11"/>
    <dgm:cxn modelId="{6EAE0AB1-339F-4993-A8BD-50C629B984DF}" type="presOf" srcId="{62EFD688-570C-4D45-9521-91E9C1197C62}" destId="{668EF202-A7B3-4A34-B99A-7AC4AEE83055}" srcOrd="0" destOrd="0" presId="urn:microsoft.com/office/officeart/2005/8/layout/hProcess11"/>
    <dgm:cxn modelId="{36AB94E9-754E-4943-9928-163E4F2FE63A}" srcId="{F94FE9E7-1913-43C2-9638-B8B6C35C5B99}" destId="{62EFD688-570C-4D45-9521-91E9C1197C62}" srcOrd="1" destOrd="0" parTransId="{BE3BF827-5917-42F8-A66F-5E10283C2FA6}" sibTransId="{F6E13383-C21C-4E86-B3C0-951482D4A70E}"/>
    <dgm:cxn modelId="{261E48F5-DE96-4E03-941C-D51C76298770}" type="presOf" srcId="{F94FE9E7-1913-43C2-9638-B8B6C35C5B99}" destId="{6AC792B2-02AA-477E-95C7-8CF3F593A712}" srcOrd="0" destOrd="0" presId="urn:microsoft.com/office/officeart/2005/8/layout/hProcess11"/>
    <dgm:cxn modelId="{168460FF-AA70-4542-AE38-375ABF4BD8B6}" srcId="{F94FE9E7-1913-43C2-9638-B8B6C35C5B99}" destId="{D20FA607-F788-4D41-8607-94C1D0FEDF66}" srcOrd="0" destOrd="0" parTransId="{93CC45DB-3A82-4702-A965-BFFB12C0FB7E}" sibTransId="{E85CBCA4-D75B-4707-829F-BE82532B535F}"/>
    <dgm:cxn modelId="{6D88826F-A569-4463-AFB0-B063A3EB4984}" type="presParOf" srcId="{6AC792B2-02AA-477E-95C7-8CF3F593A712}" destId="{4BE1A5FE-2194-4EF1-BF54-B76F3C57B8DB}" srcOrd="0" destOrd="0" presId="urn:microsoft.com/office/officeart/2005/8/layout/hProcess11"/>
    <dgm:cxn modelId="{BFA6A9D0-6FF6-4184-8763-AB80AC318A12}" type="presParOf" srcId="{6AC792B2-02AA-477E-95C7-8CF3F593A712}" destId="{5B76D98F-A510-414B-8C6C-E9FF91EF5004}" srcOrd="1" destOrd="0" presId="urn:microsoft.com/office/officeart/2005/8/layout/hProcess11"/>
    <dgm:cxn modelId="{6F63084E-D540-4C7B-878F-0738835B3569}" type="presParOf" srcId="{5B76D98F-A510-414B-8C6C-E9FF91EF5004}" destId="{18367464-E15A-45FA-B8AE-D10C88403159}" srcOrd="0" destOrd="0" presId="urn:microsoft.com/office/officeart/2005/8/layout/hProcess11"/>
    <dgm:cxn modelId="{4401BA6D-C889-4873-A9CF-FD220A88AC2F}" type="presParOf" srcId="{18367464-E15A-45FA-B8AE-D10C88403159}" destId="{FEB2EA1C-1CF0-418E-BC11-7A1605884C1C}" srcOrd="0" destOrd="0" presId="urn:microsoft.com/office/officeart/2005/8/layout/hProcess11"/>
    <dgm:cxn modelId="{08516A06-F020-4568-A858-F27747FD0552}" type="presParOf" srcId="{18367464-E15A-45FA-B8AE-D10C88403159}" destId="{35771CE3-EA10-400C-977C-56398CCBF87B}" srcOrd="1" destOrd="0" presId="urn:microsoft.com/office/officeart/2005/8/layout/hProcess11"/>
    <dgm:cxn modelId="{4E06AB75-276B-4BC2-8497-9FC853985568}" type="presParOf" srcId="{18367464-E15A-45FA-B8AE-D10C88403159}" destId="{F99C4C69-FC52-4713-91ED-C6D2FBDF7F53}" srcOrd="2" destOrd="0" presId="urn:microsoft.com/office/officeart/2005/8/layout/hProcess11"/>
    <dgm:cxn modelId="{D75DAC26-A096-4B2E-A4F6-7BFF371CA268}" type="presParOf" srcId="{5B76D98F-A510-414B-8C6C-E9FF91EF5004}" destId="{1E872D53-2A43-45DD-B276-BD06AFF8AD2B}" srcOrd="1" destOrd="0" presId="urn:microsoft.com/office/officeart/2005/8/layout/hProcess11"/>
    <dgm:cxn modelId="{0E6C0530-16EB-4BBA-B8D3-C057ACA8A5C0}" type="presParOf" srcId="{5B76D98F-A510-414B-8C6C-E9FF91EF5004}" destId="{763511CC-CD44-493D-95D8-601F3BF106E4}" srcOrd="2" destOrd="0" presId="urn:microsoft.com/office/officeart/2005/8/layout/hProcess11"/>
    <dgm:cxn modelId="{53B645C6-449F-4AFB-8166-669E346BD7E1}" type="presParOf" srcId="{763511CC-CD44-493D-95D8-601F3BF106E4}" destId="{668EF202-A7B3-4A34-B99A-7AC4AEE83055}" srcOrd="0" destOrd="0" presId="urn:microsoft.com/office/officeart/2005/8/layout/hProcess11"/>
    <dgm:cxn modelId="{FC5F0923-C72C-46C3-9373-584E9189CA8F}" type="presParOf" srcId="{763511CC-CD44-493D-95D8-601F3BF106E4}" destId="{C4177AAB-1884-40A8-84D0-7AD0F353EBF1}" srcOrd="1" destOrd="0" presId="urn:microsoft.com/office/officeart/2005/8/layout/hProcess11"/>
    <dgm:cxn modelId="{133EE615-F35F-4000-83DF-B4A47FD48842}" type="presParOf" srcId="{763511CC-CD44-493D-95D8-601F3BF106E4}" destId="{09C5C46A-6378-454F-93A7-E5BF3574685B}" srcOrd="2" destOrd="0" presId="urn:microsoft.com/office/officeart/2005/8/layout/hProcess11"/>
    <dgm:cxn modelId="{E4546D64-0421-4F58-A1F3-68ECABD576D2}" type="presParOf" srcId="{5B76D98F-A510-414B-8C6C-E9FF91EF5004}" destId="{0F1E1E3C-DFE4-40F9-8B55-8AE2B0CECC9D}" srcOrd="3" destOrd="0" presId="urn:microsoft.com/office/officeart/2005/8/layout/hProcess11"/>
    <dgm:cxn modelId="{B9B0758B-6A4E-40F9-BFE9-EC58B7CD8BC0}" type="presParOf" srcId="{5B76D98F-A510-414B-8C6C-E9FF91EF5004}" destId="{FED8A41E-5243-47C7-B931-D6F2222172AC}" srcOrd="4" destOrd="0" presId="urn:microsoft.com/office/officeart/2005/8/layout/hProcess11"/>
    <dgm:cxn modelId="{0F25189C-085B-4AAB-9ED6-9EE46E998B4F}" type="presParOf" srcId="{FED8A41E-5243-47C7-B931-D6F2222172AC}" destId="{2EFC6CA9-EF6B-4B7D-A01E-A2BABB643C43}" srcOrd="0" destOrd="0" presId="urn:microsoft.com/office/officeart/2005/8/layout/hProcess11"/>
    <dgm:cxn modelId="{435887F7-A1CB-4F82-8EA0-A122F293ED64}" type="presParOf" srcId="{FED8A41E-5243-47C7-B931-D6F2222172AC}" destId="{219187AD-099C-4CE4-BC33-FEFE5A51994C}" srcOrd="1" destOrd="0" presId="urn:microsoft.com/office/officeart/2005/8/layout/hProcess11"/>
    <dgm:cxn modelId="{1CFFF470-6EC7-4897-B2D0-E8BCFFBA065F}" type="presParOf" srcId="{FED8A41E-5243-47C7-B931-D6F2222172AC}" destId="{80644805-A68D-42E0-8EF0-E861BD7016F5}" srcOrd="2" destOrd="0" presId="urn:microsoft.com/office/officeart/2005/8/layout/hProcess11"/>
    <dgm:cxn modelId="{3E476EAA-EFEF-4285-8868-AD5466D70A88}" type="presParOf" srcId="{5B76D98F-A510-414B-8C6C-E9FF91EF5004}" destId="{601A27F6-B1B8-423E-8E81-8CEAA4BCAFAB}" srcOrd="5" destOrd="0" presId="urn:microsoft.com/office/officeart/2005/8/layout/hProcess11"/>
    <dgm:cxn modelId="{2D905BCA-E5D1-4733-91DF-F63B4EF3164C}" type="presParOf" srcId="{5B76D98F-A510-414B-8C6C-E9FF91EF5004}" destId="{4A89AE3B-2880-47AE-99A2-13ADA4351095}" srcOrd="6" destOrd="0" presId="urn:microsoft.com/office/officeart/2005/8/layout/hProcess11"/>
    <dgm:cxn modelId="{76B2DF97-BFB0-4C8E-B4F3-2ACCC6E8493F}" type="presParOf" srcId="{4A89AE3B-2880-47AE-99A2-13ADA4351095}" destId="{7E7BCFD7-88FD-4391-8B22-FB4739F019B0}" srcOrd="0" destOrd="0" presId="urn:microsoft.com/office/officeart/2005/8/layout/hProcess11"/>
    <dgm:cxn modelId="{08335FDC-F193-4803-A61D-9EFAB6EF03A8}" type="presParOf" srcId="{4A89AE3B-2880-47AE-99A2-13ADA4351095}" destId="{BE64B5C8-A9ED-4FBE-8E84-729D1068D5AE}" srcOrd="1" destOrd="0" presId="urn:microsoft.com/office/officeart/2005/8/layout/hProcess11"/>
    <dgm:cxn modelId="{5BE70A70-D13B-4D0D-8F3B-2C7075FD6BAD}" type="presParOf" srcId="{4A89AE3B-2880-47AE-99A2-13ADA4351095}" destId="{D67B6C15-2190-46B7-B803-FADF2FC187F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3F197-8DAC-4172-849E-422E1C55165C}">
      <dsp:nvSpPr>
        <dsp:cNvPr id="0" name=""/>
        <dsp:cNvSpPr/>
      </dsp:nvSpPr>
      <dsp:spPr>
        <a:xfrm>
          <a:off x="0" y="253076"/>
          <a:ext cx="1496092" cy="897655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err="1"/>
            <a:t>Capability</a:t>
          </a:r>
          <a:endParaRPr lang="es-PE" sz="1600" b="1" kern="1200"/>
        </a:p>
      </dsp:txBody>
      <dsp:txXfrm>
        <a:off x="0" y="253076"/>
        <a:ext cx="1496092" cy="897655"/>
      </dsp:txXfrm>
    </dsp:sp>
    <dsp:sp modelId="{60D800AB-4250-408C-877A-43718A019A90}">
      <dsp:nvSpPr>
        <dsp:cNvPr id="0" name=""/>
        <dsp:cNvSpPr/>
      </dsp:nvSpPr>
      <dsp:spPr>
        <a:xfrm>
          <a:off x="1645701" y="253076"/>
          <a:ext cx="1496092" cy="897655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err="1"/>
            <a:t>Capability</a:t>
          </a:r>
          <a:endParaRPr lang="es-PE" sz="1600" b="1" kern="1200"/>
        </a:p>
      </dsp:txBody>
      <dsp:txXfrm>
        <a:off x="1645701" y="253076"/>
        <a:ext cx="1496092" cy="897655"/>
      </dsp:txXfrm>
    </dsp:sp>
    <dsp:sp modelId="{4CE91EEC-0DEB-4BA7-8665-0F641F71003F}">
      <dsp:nvSpPr>
        <dsp:cNvPr id="0" name=""/>
        <dsp:cNvSpPr/>
      </dsp:nvSpPr>
      <dsp:spPr>
        <a:xfrm>
          <a:off x="3291402" y="253076"/>
          <a:ext cx="1496092" cy="897655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err="1">
              <a:solidFill>
                <a:sysClr val="windowText" lastClr="000000"/>
              </a:solidFill>
            </a:rPr>
            <a:t>Capability</a:t>
          </a:r>
          <a:endParaRPr lang="es-PE" sz="1600" b="1" kern="1200">
            <a:solidFill>
              <a:sysClr val="windowText" lastClr="000000"/>
            </a:solidFill>
          </a:endParaRPr>
        </a:p>
      </dsp:txBody>
      <dsp:txXfrm>
        <a:off x="3291402" y="253076"/>
        <a:ext cx="1496092" cy="897655"/>
      </dsp:txXfrm>
    </dsp:sp>
    <dsp:sp modelId="{50DF3AD8-BEB6-4310-A7D0-9F62D6116653}">
      <dsp:nvSpPr>
        <dsp:cNvPr id="0" name=""/>
        <dsp:cNvSpPr/>
      </dsp:nvSpPr>
      <dsp:spPr>
        <a:xfrm>
          <a:off x="822850" y="1300341"/>
          <a:ext cx="1496092" cy="897655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err="1"/>
            <a:t>Capability</a:t>
          </a:r>
          <a:endParaRPr lang="es-PE" sz="1600" b="1" kern="1200"/>
        </a:p>
      </dsp:txBody>
      <dsp:txXfrm>
        <a:off x="822850" y="1300341"/>
        <a:ext cx="1496092" cy="897655"/>
      </dsp:txXfrm>
    </dsp:sp>
    <dsp:sp modelId="{BA4334BB-FFFA-4DB9-A54C-43810FBA6D65}">
      <dsp:nvSpPr>
        <dsp:cNvPr id="0" name=""/>
        <dsp:cNvSpPr/>
      </dsp:nvSpPr>
      <dsp:spPr>
        <a:xfrm>
          <a:off x="2468552" y="1300341"/>
          <a:ext cx="1496092" cy="89765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err="1"/>
            <a:t>Capability</a:t>
          </a:r>
          <a:endParaRPr lang="es-PE" sz="1600" b="1" kern="1200"/>
        </a:p>
      </dsp:txBody>
      <dsp:txXfrm>
        <a:off x="2468552" y="1300341"/>
        <a:ext cx="1496092" cy="89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1A5FE-2194-4EF1-BF54-B76F3C57B8DB}">
      <dsp:nvSpPr>
        <dsp:cNvPr id="0" name=""/>
        <dsp:cNvSpPr/>
      </dsp:nvSpPr>
      <dsp:spPr>
        <a:xfrm>
          <a:off x="0" y="753932"/>
          <a:ext cx="10515600" cy="1005244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2EA1C-1CF0-418E-BC11-7A1605884C1C}">
      <dsp:nvSpPr>
        <dsp:cNvPr id="0" name=""/>
        <dsp:cNvSpPr/>
      </dsp:nvSpPr>
      <dsp:spPr>
        <a:xfrm>
          <a:off x="4736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Actualizar</a:t>
          </a:r>
        </a:p>
      </dsp:txBody>
      <dsp:txXfrm>
        <a:off x="4736" y="0"/>
        <a:ext cx="2278208" cy="1005244"/>
      </dsp:txXfrm>
    </dsp:sp>
    <dsp:sp modelId="{35771CE3-EA10-400C-977C-56398CCBF87B}">
      <dsp:nvSpPr>
        <dsp:cNvPr id="0" name=""/>
        <dsp:cNvSpPr/>
      </dsp:nvSpPr>
      <dsp:spPr>
        <a:xfrm>
          <a:off x="1018185" y="1130899"/>
          <a:ext cx="251311" cy="251311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EF202-A7B3-4A34-B99A-7AC4AEE83055}">
      <dsp:nvSpPr>
        <dsp:cNvPr id="0" name=""/>
        <dsp:cNvSpPr/>
      </dsp:nvSpPr>
      <dsp:spPr>
        <a:xfrm>
          <a:off x="2396855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Revisar y Aprobar</a:t>
          </a:r>
        </a:p>
      </dsp:txBody>
      <dsp:txXfrm>
        <a:off x="2396855" y="1507865"/>
        <a:ext cx="2278208" cy="1005244"/>
      </dsp:txXfrm>
    </dsp:sp>
    <dsp:sp modelId="{C4177AAB-1884-40A8-84D0-7AD0F353EBF1}">
      <dsp:nvSpPr>
        <dsp:cNvPr id="0" name=""/>
        <dsp:cNvSpPr/>
      </dsp:nvSpPr>
      <dsp:spPr>
        <a:xfrm>
          <a:off x="3410304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C6CA9-EF6B-4B7D-A01E-A2BABB643C43}">
      <dsp:nvSpPr>
        <dsp:cNvPr id="0" name=""/>
        <dsp:cNvSpPr/>
      </dsp:nvSpPr>
      <dsp:spPr>
        <a:xfrm>
          <a:off x="4788975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Documentar</a:t>
          </a:r>
        </a:p>
      </dsp:txBody>
      <dsp:txXfrm>
        <a:off x="4788975" y="0"/>
        <a:ext cx="2278208" cy="1005244"/>
      </dsp:txXfrm>
    </dsp:sp>
    <dsp:sp modelId="{219187AD-099C-4CE4-BC33-FEFE5A51994C}">
      <dsp:nvSpPr>
        <dsp:cNvPr id="0" name=""/>
        <dsp:cNvSpPr/>
      </dsp:nvSpPr>
      <dsp:spPr>
        <a:xfrm>
          <a:off x="5802424" y="1130899"/>
          <a:ext cx="251311" cy="251311"/>
        </a:xfrm>
        <a:prstGeom prst="ellipse">
          <a:avLst/>
        </a:prstGeom>
        <a:solidFill>
          <a:schemeClr val="accent1">
            <a:shade val="50000"/>
            <a:hueOff val="529814"/>
            <a:satOff val="-13218"/>
            <a:lumOff val="462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BCFD7-88FD-4391-8B22-FB4739F019B0}">
      <dsp:nvSpPr>
        <dsp:cNvPr id="0" name=""/>
        <dsp:cNvSpPr/>
      </dsp:nvSpPr>
      <dsp:spPr>
        <a:xfrm>
          <a:off x="7181094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Socializar</a:t>
          </a:r>
        </a:p>
      </dsp:txBody>
      <dsp:txXfrm>
        <a:off x="7181094" y="1507865"/>
        <a:ext cx="2278208" cy="1005244"/>
      </dsp:txXfrm>
    </dsp:sp>
    <dsp:sp modelId="{BE64B5C8-A9ED-4FBE-8E84-729D1068D5AE}">
      <dsp:nvSpPr>
        <dsp:cNvPr id="0" name=""/>
        <dsp:cNvSpPr/>
      </dsp:nvSpPr>
      <dsp:spPr>
        <a:xfrm>
          <a:off x="8194543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1A5FE-2194-4EF1-BF54-B76F3C57B8DB}">
      <dsp:nvSpPr>
        <dsp:cNvPr id="0" name=""/>
        <dsp:cNvSpPr/>
      </dsp:nvSpPr>
      <dsp:spPr>
        <a:xfrm>
          <a:off x="0" y="753932"/>
          <a:ext cx="10515600" cy="1005244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2EA1C-1CF0-418E-BC11-7A1605884C1C}">
      <dsp:nvSpPr>
        <dsp:cNvPr id="0" name=""/>
        <dsp:cNvSpPr/>
      </dsp:nvSpPr>
      <dsp:spPr>
        <a:xfrm>
          <a:off x="4736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Actualizar</a:t>
          </a:r>
        </a:p>
      </dsp:txBody>
      <dsp:txXfrm>
        <a:off x="4736" y="0"/>
        <a:ext cx="2278208" cy="1005244"/>
      </dsp:txXfrm>
    </dsp:sp>
    <dsp:sp modelId="{35771CE3-EA10-400C-977C-56398CCBF87B}">
      <dsp:nvSpPr>
        <dsp:cNvPr id="0" name=""/>
        <dsp:cNvSpPr/>
      </dsp:nvSpPr>
      <dsp:spPr>
        <a:xfrm>
          <a:off x="1018185" y="1130899"/>
          <a:ext cx="251311" cy="251311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EF202-A7B3-4A34-B99A-7AC4AEE83055}">
      <dsp:nvSpPr>
        <dsp:cNvPr id="0" name=""/>
        <dsp:cNvSpPr/>
      </dsp:nvSpPr>
      <dsp:spPr>
        <a:xfrm>
          <a:off x="2396855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Revisar y Aprobar</a:t>
          </a:r>
        </a:p>
      </dsp:txBody>
      <dsp:txXfrm>
        <a:off x="2396855" y="1507865"/>
        <a:ext cx="2278208" cy="1005244"/>
      </dsp:txXfrm>
    </dsp:sp>
    <dsp:sp modelId="{C4177AAB-1884-40A8-84D0-7AD0F353EBF1}">
      <dsp:nvSpPr>
        <dsp:cNvPr id="0" name=""/>
        <dsp:cNvSpPr/>
      </dsp:nvSpPr>
      <dsp:spPr>
        <a:xfrm>
          <a:off x="3410304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C6CA9-EF6B-4B7D-A01E-A2BABB643C43}">
      <dsp:nvSpPr>
        <dsp:cNvPr id="0" name=""/>
        <dsp:cNvSpPr/>
      </dsp:nvSpPr>
      <dsp:spPr>
        <a:xfrm>
          <a:off x="4788975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Documentar</a:t>
          </a:r>
        </a:p>
      </dsp:txBody>
      <dsp:txXfrm>
        <a:off x="4788975" y="0"/>
        <a:ext cx="2278208" cy="1005244"/>
      </dsp:txXfrm>
    </dsp:sp>
    <dsp:sp modelId="{219187AD-099C-4CE4-BC33-FEFE5A51994C}">
      <dsp:nvSpPr>
        <dsp:cNvPr id="0" name=""/>
        <dsp:cNvSpPr/>
      </dsp:nvSpPr>
      <dsp:spPr>
        <a:xfrm>
          <a:off x="5802424" y="1130899"/>
          <a:ext cx="251311" cy="251311"/>
        </a:xfrm>
        <a:prstGeom prst="ellipse">
          <a:avLst/>
        </a:prstGeom>
        <a:solidFill>
          <a:schemeClr val="accent1">
            <a:shade val="50000"/>
            <a:hueOff val="529814"/>
            <a:satOff val="-13218"/>
            <a:lumOff val="462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BCFD7-88FD-4391-8B22-FB4739F019B0}">
      <dsp:nvSpPr>
        <dsp:cNvPr id="0" name=""/>
        <dsp:cNvSpPr/>
      </dsp:nvSpPr>
      <dsp:spPr>
        <a:xfrm>
          <a:off x="7181094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Socializar</a:t>
          </a:r>
        </a:p>
      </dsp:txBody>
      <dsp:txXfrm>
        <a:off x="7181094" y="1507865"/>
        <a:ext cx="2278208" cy="1005244"/>
      </dsp:txXfrm>
    </dsp:sp>
    <dsp:sp modelId="{BE64B5C8-A9ED-4FBE-8E84-729D1068D5AE}">
      <dsp:nvSpPr>
        <dsp:cNvPr id="0" name=""/>
        <dsp:cNvSpPr/>
      </dsp:nvSpPr>
      <dsp:spPr>
        <a:xfrm>
          <a:off x="8194543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1A5FE-2194-4EF1-BF54-B76F3C57B8DB}">
      <dsp:nvSpPr>
        <dsp:cNvPr id="0" name=""/>
        <dsp:cNvSpPr/>
      </dsp:nvSpPr>
      <dsp:spPr>
        <a:xfrm>
          <a:off x="0" y="753932"/>
          <a:ext cx="10515600" cy="1005244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2EA1C-1CF0-418E-BC11-7A1605884C1C}">
      <dsp:nvSpPr>
        <dsp:cNvPr id="0" name=""/>
        <dsp:cNvSpPr/>
      </dsp:nvSpPr>
      <dsp:spPr>
        <a:xfrm>
          <a:off x="4736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Actualizar</a:t>
          </a:r>
        </a:p>
      </dsp:txBody>
      <dsp:txXfrm>
        <a:off x="4736" y="0"/>
        <a:ext cx="2278208" cy="1005244"/>
      </dsp:txXfrm>
    </dsp:sp>
    <dsp:sp modelId="{35771CE3-EA10-400C-977C-56398CCBF87B}">
      <dsp:nvSpPr>
        <dsp:cNvPr id="0" name=""/>
        <dsp:cNvSpPr/>
      </dsp:nvSpPr>
      <dsp:spPr>
        <a:xfrm>
          <a:off x="1018185" y="1130899"/>
          <a:ext cx="251311" cy="251311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EF202-A7B3-4A34-B99A-7AC4AEE83055}">
      <dsp:nvSpPr>
        <dsp:cNvPr id="0" name=""/>
        <dsp:cNvSpPr/>
      </dsp:nvSpPr>
      <dsp:spPr>
        <a:xfrm>
          <a:off x="2396855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Revisar y Aprobar</a:t>
          </a:r>
        </a:p>
      </dsp:txBody>
      <dsp:txXfrm>
        <a:off x="2396855" y="1507865"/>
        <a:ext cx="2278208" cy="1005244"/>
      </dsp:txXfrm>
    </dsp:sp>
    <dsp:sp modelId="{C4177AAB-1884-40A8-84D0-7AD0F353EBF1}">
      <dsp:nvSpPr>
        <dsp:cNvPr id="0" name=""/>
        <dsp:cNvSpPr/>
      </dsp:nvSpPr>
      <dsp:spPr>
        <a:xfrm>
          <a:off x="3410304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C6CA9-EF6B-4B7D-A01E-A2BABB643C43}">
      <dsp:nvSpPr>
        <dsp:cNvPr id="0" name=""/>
        <dsp:cNvSpPr/>
      </dsp:nvSpPr>
      <dsp:spPr>
        <a:xfrm>
          <a:off x="4788975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Documentar</a:t>
          </a:r>
        </a:p>
      </dsp:txBody>
      <dsp:txXfrm>
        <a:off x="4788975" y="0"/>
        <a:ext cx="2278208" cy="1005244"/>
      </dsp:txXfrm>
    </dsp:sp>
    <dsp:sp modelId="{219187AD-099C-4CE4-BC33-FEFE5A51994C}">
      <dsp:nvSpPr>
        <dsp:cNvPr id="0" name=""/>
        <dsp:cNvSpPr/>
      </dsp:nvSpPr>
      <dsp:spPr>
        <a:xfrm>
          <a:off x="5802424" y="1130899"/>
          <a:ext cx="251311" cy="251311"/>
        </a:xfrm>
        <a:prstGeom prst="ellipse">
          <a:avLst/>
        </a:prstGeom>
        <a:solidFill>
          <a:schemeClr val="accent1">
            <a:shade val="50000"/>
            <a:hueOff val="529814"/>
            <a:satOff val="-13218"/>
            <a:lumOff val="462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BCFD7-88FD-4391-8B22-FB4739F019B0}">
      <dsp:nvSpPr>
        <dsp:cNvPr id="0" name=""/>
        <dsp:cNvSpPr/>
      </dsp:nvSpPr>
      <dsp:spPr>
        <a:xfrm>
          <a:off x="7181094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Socializar</a:t>
          </a:r>
        </a:p>
      </dsp:txBody>
      <dsp:txXfrm>
        <a:off x="7181094" y="1507865"/>
        <a:ext cx="2278208" cy="1005244"/>
      </dsp:txXfrm>
    </dsp:sp>
    <dsp:sp modelId="{BE64B5C8-A9ED-4FBE-8E84-729D1068D5AE}">
      <dsp:nvSpPr>
        <dsp:cNvPr id="0" name=""/>
        <dsp:cNvSpPr/>
      </dsp:nvSpPr>
      <dsp:spPr>
        <a:xfrm>
          <a:off x="8194543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1A5FE-2194-4EF1-BF54-B76F3C57B8DB}">
      <dsp:nvSpPr>
        <dsp:cNvPr id="0" name=""/>
        <dsp:cNvSpPr/>
      </dsp:nvSpPr>
      <dsp:spPr>
        <a:xfrm>
          <a:off x="0" y="753932"/>
          <a:ext cx="10515600" cy="1005244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2EA1C-1CF0-418E-BC11-7A1605884C1C}">
      <dsp:nvSpPr>
        <dsp:cNvPr id="0" name=""/>
        <dsp:cNvSpPr/>
      </dsp:nvSpPr>
      <dsp:spPr>
        <a:xfrm>
          <a:off x="4736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Actualizar</a:t>
          </a:r>
        </a:p>
      </dsp:txBody>
      <dsp:txXfrm>
        <a:off x="4736" y="0"/>
        <a:ext cx="2278208" cy="1005244"/>
      </dsp:txXfrm>
    </dsp:sp>
    <dsp:sp modelId="{35771CE3-EA10-400C-977C-56398CCBF87B}">
      <dsp:nvSpPr>
        <dsp:cNvPr id="0" name=""/>
        <dsp:cNvSpPr/>
      </dsp:nvSpPr>
      <dsp:spPr>
        <a:xfrm>
          <a:off x="1018185" y="1130899"/>
          <a:ext cx="251311" cy="251311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EF202-A7B3-4A34-B99A-7AC4AEE83055}">
      <dsp:nvSpPr>
        <dsp:cNvPr id="0" name=""/>
        <dsp:cNvSpPr/>
      </dsp:nvSpPr>
      <dsp:spPr>
        <a:xfrm>
          <a:off x="2396855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Revisar y Aprobar</a:t>
          </a:r>
        </a:p>
      </dsp:txBody>
      <dsp:txXfrm>
        <a:off x="2396855" y="1507865"/>
        <a:ext cx="2278208" cy="1005244"/>
      </dsp:txXfrm>
    </dsp:sp>
    <dsp:sp modelId="{C4177AAB-1884-40A8-84D0-7AD0F353EBF1}">
      <dsp:nvSpPr>
        <dsp:cNvPr id="0" name=""/>
        <dsp:cNvSpPr/>
      </dsp:nvSpPr>
      <dsp:spPr>
        <a:xfrm>
          <a:off x="3410304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C6CA9-EF6B-4B7D-A01E-A2BABB643C43}">
      <dsp:nvSpPr>
        <dsp:cNvPr id="0" name=""/>
        <dsp:cNvSpPr/>
      </dsp:nvSpPr>
      <dsp:spPr>
        <a:xfrm>
          <a:off x="4788975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Documentar</a:t>
          </a:r>
        </a:p>
      </dsp:txBody>
      <dsp:txXfrm>
        <a:off x="4788975" y="0"/>
        <a:ext cx="2278208" cy="1005244"/>
      </dsp:txXfrm>
    </dsp:sp>
    <dsp:sp modelId="{219187AD-099C-4CE4-BC33-FEFE5A51994C}">
      <dsp:nvSpPr>
        <dsp:cNvPr id="0" name=""/>
        <dsp:cNvSpPr/>
      </dsp:nvSpPr>
      <dsp:spPr>
        <a:xfrm>
          <a:off x="5802424" y="1130899"/>
          <a:ext cx="251311" cy="251311"/>
        </a:xfrm>
        <a:prstGeom prst="ellipse">
          <a:avLst/>
        </a:prstGeom>
        <a:solidFill>
          <a:schemeClr val="accent1">
            <a:shade val="50000"/>
            <a:hueOff val="529814"/>
            <a:satOff val="-13218"/>
            <a:lumOff val="462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BCFD7-88FD-4391-8B22-FB4739F019B0}">
      <dsp:nvSpPr>
        <dsp:cNvPr id="0" name=""/>
        <dsp:cNvSpPr/>
      </dsp:nvSpPr>
      <dsp:spPr>
        <a:xfrm>
          <a:off x="7181094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Socializar</a:t>
          </a:r>
        </a:p>
      </dsp:txBody>
      <dsp:txXfrm>
        <a:off x="7181094" y="1507865"/>
        <a:ext cx="2278208" cy="1005244"/>
      </dsp:txXfrm>
    </dsp:sp>
    <dsp:sp modelId="{BE64B5C8-A9ED-4FBE-8E84-729D1068D5AE}">
      <dsp:nvSpPr>
        <dsp:cNvPr id="0" name=""/>
        <dsp:cNvSpPr/>
      </dsp:nvSpPr>
      <dsp:spPr>
        <a:xfrm>
          <a:off x="8194543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1A5FE-2194-4EF1-BF54-B76F3C57B8DB}">
      <dsp:nvSpPr>
        <dsp:cNvPr id="0" name=""/>
        <dsp:cNvSpPr/>
      </dsp:nvSpPr>
      <dsp:spPr>
        <a:xfrm>
          <a:off x="0" y="753932"/>
          <a:ext cx="10515600" cy="1005244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2EA1C-1CF0-418E-BC11-7A1605884C1C}">
      <dsp:nvSpPr>
        <dsp:cNvPr id="0" name=""/>
        <dsp:cNvSpPr/>
      </dsp:nvSpPr>
      <dsp:spPr>
        <a:xfrm>
          <a:off x="4736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Actualizar</a:t>
          </a:r>
        </a:p>
      </dsp:txBody>
      <dsp:txXfrm>
        <a:off x="4736" y="0"/>
        <a:ext cx="2278208" cy="1005244"/>
      </dsp:txXfrm>
    </dsp:sp>
    <dsp:sp modelId="{35771CE3-EA10-400C-977C-56398CCBF87B}">
      <dsp:nvSpPr>
        <dsp:cNvPr id="0" name=""/>
        <dsp:cNvSpPr/>
      </dsp:nvSpPr>
      <dsp:spPr>
        <a:xfrm>
          <a:off x="1018185" y="1130899"/>
          <a:ext cx="251311" cy="251311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EF202-A7B3-4A34-B99A-7AC4AEE83055}">
      <dsp:nvSpPr>
        <dsp:cNvPr id="0" name=""/>
        <dsp:cNvSpPr/>
      </dsp:nvSpPr>
      <dsp:spPr>
        <a:xfrm>
          <a:off x="2396855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Revisar y Aprobar</a:t>
          </a:r>
        </a:p>
      </dsp:txBody>
      <dsp:txXfrm>
        <a:off x="2396855" y="1507865"/>
        <a:ext cx="2278208" cy="1005244"/>
      </dsp:txXfrm>
    </dsp:sp>
    <dsp:sp modelId="{C4177AAB-1884-40A8-84D0-7AD0F353EBF1}">
      <dsp:nvSpPr>
        <dsp:cNvPr id="0" name=""/>
        <dsp:cNvSpPr/>
      </dsp:nvSpPr>
      <dsp:spPr>
        <a:xfrm>
          <a:off x="3410304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C6CA9-EF6B-4B7D-A01E-A2BABB643C43}">
      <dsp:nvSpPr>
        <dsp:cNvPr id="0" name=""/>
        <dsp:cNvSpPr/>
      </dsp:nvSpPr>
      <dsp:spPr>
        <a:xfrm>
          <a:off x="4788975" y="0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Documentar</a:t>
          </a:r>
        </a:p>
      </dsp:txBody>
      <dsp:txXfrm>
        <a:off x="4788975" y="0"/>
        <a:ext cx="2278208" cy="1005244"/>
      </dsp:txXfrm>
    </dsp:sp>
    <dsp:sp modelId="{219187AD-099C-4CE4-BC33-FEFE5A51994C}">
      <dsp:nvSpPr>
        <dsp:cNvPr id="0" name=""/>
        <dsp:cNvSpPr/>
      </dsp:nvSpPr>
      <dsp:spPr>
        <a:xfrm>
          <a:off x="5802424" y="1130899"/>
          <a:ext cx="251311" cy="251311"/>
        </a:xfrm>
        <a:prstGeom prst="ellipse">
          <a:avLst/>
        </a:prstGeom>
        <a:solidFill>
          <a:schemeClr val="accent1">
            <a:shade val="50000"/>
            <a:hueOff val="529814"/>
            <a:satOff val="-13218"/>
            <a:lumOff val="462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BCFD7-88FD-4391-8B22-FB4739F019B0}">
      <dsp:nvSpPr>
        <dsp:cNvPr id="0" name=""/>
        <dsp:cNvSpPr/>
      </dsp:nvSpPr>
      <dsp:spPr>
        <a:xfrm>
          <a:off x="7181094" y="1507865"/>
          <a:ext cx="2278208" cy="100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/>
            <a:t>Socializar</a:t>
          </a:r>
        </a:p>
      </dsp:txBody>
      <dsp:txXfrm>
        <a:off x="7181094" y="1507865"/>
        <a:ext cx="2278208" cy="1005244"/>
      </dsp:txXfrm>
    </dsp:sp>
    <dsp:sp modelId="{BE64B5C8-A9ED-4FBE-8E84-729D1068D5AE}">
      <dsp:nvSpPr>
        <dsp:cNvPr id="0" name=""/>
        <dsp:cNvSpPr/>
      </dsp:nvSpPr>
      <dsp:spPr>
        <a:xfrm>
          <a:off x="8194543" y="1130899"/>
          <a:ext cx="251311" cy="251311"/>
        </a:xfrm>
        <a:prstGeom prst="ellipse">
          <a:avLst/>
        </a:prstGeom>
        <a:solidFill>
          <a:schemeClr val="accent1">
            <a:shade val="50000"/>
            <a:hueOff val="264907"/>
            <a:satOff val="-6609"/>
            <a:lumOff val="231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1D11D-6867-4172-8DD1-CD9BD65E9FF3}" type="datetimeFigureOut">
              <a:rPr lang="es-PE" smtClean="0"/>
              <a:t>23/10/2025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B123C-C98D-4317-98EB-55579BA78F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367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Comentarios RAS:</a:t>
            </a:r>
          </a:p>
          <a:p>
            <a:r>
              <a:rPr lang="es-PE" dirty="0"/>
              <a:t>- Indicar el ejemplo de quién es el usuario final, el </a:t>
            </a:r>
            <a:r>
              <a:rPr lang="es-PE" dirty="0" err="1"/>
              <a:t>developer</a:t>
            </a:r>
            <a:r>
              <a:rPr lang="es-PE" dirty="0"/>
              <a:t>, el </a:t>
            </a:r>
            <a:r>
              <a:rPr lang="es-PE" dirty="0" err="1"/>
              <a:t>squad</a:t>
            </a:r>
            <a:r>
              <a:rPr lang="es-PE" dirty="0"/>
              <a:t>,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987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D29A-78DB-7C3D-E5F8-FAA60A69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878E81-14E5-F9DB-05E5-3794326D0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58C3B4-EF77-EDF7-597E-6AA066B63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AC4068-63B1-8CBE-9907-588616CF6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911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FE25-4E7E-238A-07FB-DF45D82C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8E0D42-083B-6907-80B2-524DE81E9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17139F-9E2E-3407-F5F5-8788148A6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4EB330-4923-C77B-F7EF-8505263AD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559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51BBB-DE0F-B60E-3765-9B038B9F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439DD4-53ED-86C3-9585-57614243F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F828DD-8502-524D-0666-FA98D30AB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4CCA05-331C-C8D5-8240-C48870DBC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1784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B465-C20A-6277-28E3-F7AF0BC7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ECB766-2A60-4FC0-400C-2DD22F7E1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236B30-0D02-BB38-8DBD-EEB82AAC7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B5B576-3DE2-16A3-D756-0E60D4E65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9731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0822-2D13-5783-9FC7-863AF02A5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DED523-A454-8857-1E8C-F29274770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550DCC-D32F-FDE7-8FF0-2B4B0CE11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Comentarios RAS:</a:t>
            </a:r>
          </a:p>
          <a:p>
            <a:r>
              <a:rPr lang="es-PE" dirty="0"/>
              <a:t>- Indicar el ejemplo de quién es el usuario final, el </a:t>
            </a:r>
            <a:r>
              <a:rPr lang="es-PE" dirty="0" err="1"/>
              <a:t>developer</a:t>
            </a:r>
            <a:r>
              <a:rPr lang="es-PE" dirty="0"/>
              <a:t>, el </a:t>
            </a:r>
            <a:r>
              <a:rPr lang="es-PE" dirty="0" err="1"/>
              <a:t>squad</a:t>
            </a:r>
            <a:r>
              <a:rPr lang="es-PE" dirty="0"/>
              <a:t>, etc.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8C7D9B-A8A4-23CA-74EF-18FA3DD81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5568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4643-0FD3-BD8A-B66A-B3F0CA73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844525-687A-0303-D1C1-0590009FA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922720-9CE3-2F69-8F53-9BACD4BA5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1F7EA1-B77F-214B-05C0-8BEEF3257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8EDB4-4002-49A8-8C4D-2410D42E5124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8660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/>
              <a:t>* Evaluar el uso de la tecnología en full vigente en el estado Cubierto</a:t>
            </a:r>
            <a:br>
              <a:rPr lang="es-PE"/>
            </a:br>
            <a:r>
              <a:rPr lang="es-PE"/>
              <a:t>* Estado Nuevo/En Adopción debe mantenerse por lo menos 12mes y luego pasa a Cubierto.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B123C-C98D-4317-98EB-55579BA78F9B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2951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/>
              <a:t>* Para el caso de NO CUBIERTO agregar un flujo para crear uno nuevo o un nuevo SUBDOMINIO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B123C-C98D-4317-98EB-55579BA78F9B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735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16DFB5-94AC-45CD-B655-642C94C51F81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C79150-2EDF-D3E0-261C-6FEA9593E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8" name="CuadroTexto 559">
            <a:extLst>
              <a:ext uri="{FF2B5EF4-FFF2-40B4-BE49-F238E27FC236}">
                <a16:creationId xmlns:a16="http://schemas.microsoft.com/office/drawing/2014/main" id="{916DAD9C-884F-C363-DAF0-1063ACA71A92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3342049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383DFE-F986-4781-83AF-3968C48C9EB3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893AEA3-8199-B663-B0DE-188DED818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8" name="CuadroTexto 559">
            <a:extLst>
              <a:ext uri="{FF2B5EF4-FFF2-40B4-BE49-F238E27FC236}">
                <a16:creationId xmlns:a16="http://schemas.microsoft.com/office/drawing/2014/main" id="{9835ACCE-24F1-62F8-4B83-DA6337E342A1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208389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6E2C9A-6E6B-4DE2-9D7E-0168118DA85E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A80627F0-1BEB-EEEA-31BE-53AB60E1E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8" name="CuadroTexto 559">
            <a:extLst>
              <a:ext uri="{FF2B5EF4-FFF2-40B4-BE49-F238E27FC236}">
                <a16:creationId xmlns:a16="http://schemas.microsoft.com/office/drawing/2014/main" id="{55536912-2331-BE1F-52E7-EEB8E8E6FD4F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125813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D3C7AD-55D7-4E20-92A5-23F8ADA045B5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D2E630A-0FBD-31AF-227B-3A1CA2F452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9" name="CuadroTexto 559">
            <a:extLst>
              <a:ext uri="{FF2B5EF4-FFF2-40B4-BE49-F238E27FC236}">
                <a16:creationId xmlns:a16="http://schemas.microsoft.com/office/drawing/2014/main" id="{A2208BFF-87A5-E2EF-58BA-4A02EC06FE46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391617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5A9890-7C2F-4316-86E6-1027E38BCA8D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D9FE170-9D15-E670-B94E-AFD65E304C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11" name="CuadroTexto 559">
            <a:extLst>
              <a:ext uri="{FF2B5EF4-FFF2-40B4-BE49-F238E27FC236}">
                <a16:creationId xmlns:a16="http://schemas.microsoft.com/office/drawing/2014/main" id="{F30411F6-7889-8A28-1616-2733DF1C0E18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11559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8FD95A-F0F2-4ACB-AC1A-6D40283DCDB8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4E4A015-874A-4D5C-E460-547EABD9D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7" name="CuadroTexto 559">
            <a:extLst>
              <a:ext uri="{FF2B5EF4-FFF2-40B4-BE49-F238E27FC236}">
                <a16:creationId xmlns:a16="http://schemas.microsoft.com/office/drawing/2014/main" id="{1C83051C-A0E5-F370-2A64-A62A99737214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117370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13B84F-F510-4A6A-83E4-3731FCBA9972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48A5A91-425E-D8CE-5527-F66F4405EE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6" name="CuadroTexto 559">
            <a:extLst>
              <a:ext uri="{FF2B5EF4-FFF2-40B4-BE49-F238E27FC236}">
                <a16:creationId xmlns:a16="http://schemas.microsoft.com/office/drawing/2014/main" id="{181B9E14-FDC6-84B8-5946-BD35E9BA1258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316480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13D684-A939-43AF-87DA-DE75AAA6C3E7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A2A326C-1E40-1DE3-CC57-09ECA6BCA4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9" name="CuadroTexto 559">
            <a:extLst>
              <a:ext uri="{FF2B5EF4-FFF2-40B4-BE49-F238E27FC236}">
                <a16:creationId xmlns:a16="http://schemas.microsoft.com/office/drawing/2014/main" id="{3FA72025-6829-6F34-E4E1-D1B68823B696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177183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1769A3-87E8-43BF-B421-F06378D84A84}" type="datetime1">
              <a:rPr lang="es-ES" noProof="0" smtClean="0"/>
              <a:t>23/10/2025</a:t>
            </a:fld>
            <a:endParaRPr lang="es-ES" noProof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77EA390-0A1E-3909-5A3F-6EA515096A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1449" y="6456500"/>
            <a:ext cx="1061051" cy="28800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9" name="CuadroTexto 559">
            <a:extLst>
              <a:ext uri="{FF2B5EF4-FFF2-40B4-BE49-F238E27FC236}">
                <a16:creationId xmlns:a16="http://schemas.microsoft.com/office/drawing/2014/main" id="{7290326E-33E3-3EB2-E1FB-0DCD1378C9BA}"/>
              </a:ext>
            </a:extLst>
          </p:cNvPr>
          <p:cNvSpPr txBox="1"/>
          <p:nvPr userDrawn="1"/>
        </p:nvSpPr>
        <p:spPr>
          <a:xfrm>
            <a:off x="3498492" y="6427232"/>
            <a:ext cx="689032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err="1">
                <a:solidFill>
                  <a:srgbClr val="002060"/>
                </a:solidFill>
              </a:rPr>
              <a:t>CoE</a:t>
            </a:r>
            <a:r>
              <a:rPr lang="en-US" sz="1000" b="1">
                <a:solidFill>
                  <a:srgbClr val="002060"/>
                </a:solidFill>
              </a:rPr>
              <a:t> Architecture &amp; Governance COBIT/ITSM</a:t>
            </a:r>
          </a:p>
          <a:p>
            <a:pPr algn="r"/>
            <a:r>
              <a:rPr lang="en-US" sz="1000">
                <a:solidFill>
                  <a:srgbClr val="002060"/>
                </a:solidFill>
              </a:rPr>
              <a:t>Unit Guidelines &amp; Standards</a:t>
            </a:r>
          </a:p>
        </p:txBody>
      </p:sp>
    </p:spTree>
    <p:extLst>
      <p:ext uri="{BB962C8B-B14F-4D97-AF65-F5344CB8AC3E}">
        <p14:creationId xmlns:p14="http://schemas.microsoft.com/office/powerpoint/2010/main" val="943555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F1ECC5-2A51-4AC7-B15E-A2E400532EC9}" type="datetime1">
              <a:rPr lang="es-ES" noProof="0" smtClean="0"/>
              <a:t>23/10/2025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8772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128246-380C-4290-A6AD-7E81562CB6AD}" type="datetime1">
              <a:rPr lang="es-ES" noProof="0" smtClean="0"/>
              <a:t>23/10/2025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39946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D13C-A399-CB4B-9583-FD266A279EE4}" type="datetimeFigureOut">
              <a:rPr lang="es-ES_tradnl" smtClean="0"/>
              <a:t>23/10/2025</a:t>
            </a:fld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25116-9077-4A48-8B35-19E31762FCCE}" type="slidenum">
              <a:rPr lang="es-ES_tradnl" smtClean="0"/>
              <a:t>‹Nº›</a:t>
            </a:fld>
            <a:endParaRPr lang="es-ES_tradnl"/>
          </a:p>
        </p:txBody>
      </p:sp>
      <p:pic>
        <p:nvPicPr>
          <p:cNvPr id="6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598" y="1"/>
            <a:ext cx="2626402" cy="1376084"/>
          </a:xfrm>
          <a:prstGeom prst="rect">
            <a:avLst/>
          </a:prstGeom>
        </p:spPr>
      </p:pic>
      <p:pic>
        <p:nvPicPr>
          <p:cNvPr id="7" name="Imagen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226" y="6099951"/>
            <a:ext cx="1160511" cy="611783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7128" y="795906"/>
            <a:ext cx="6402943" cy="1325563"/>
          </a:xfrm>
        </p:spPr>
        <p:txBody>
          <a:bodyPr>
            <a:normAutofit/>
          </a:bodyPr>
          <a:lstStyle>
            <a:lvl1pPr>
              <a:defRPr sz="3149" b="1" i="1">
                <a:solidFill>
                  <a:srgbClr val="002D74"/>
                </a:solidFill>
                <a:latin typeface="Flexo" pitchFamily="50" charset="0"/>
              </a:defRPr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2206165"/>
            <a:ext cx="8885229" cy="2812845"/>
          </a:xfrm>
        </p:spPr>
        <p:txBody>
          <a:bodyPr>
            <a:normAutofit/>
          </a:bodyPr>
          <a:lstStyle>
            <a:lvl1pPr>
              <a:defRPr sz="1350">
                <a:solidFill>
                  <a:srgbClr val="002D74"/>
                </a:solidFill>
                <a:latin typeface="Flexo" pitchFamily="50" charset="0"/>
              </a:defRPr>
            </a:lvl1pPr>
            <a:lvl2pPr>
              <a:defRPr sz="1350">
                <a:solidFill>
                  <a:srgbClr val="002D74"/>
                </a:solidFill>
                <a:latin typeface="Flexo" pitchFamily="50" charset="0"/>
              </a:defRPr>
            </a:lvl2pPr>
            <a:lvl3pPr>
              <a:defRPr sz="1350">
                <a:solidFill>
                  <a:srgbClr val="002D74"/>
                </a:solidFill>
                <a:latin typeface="Flexo" pitchFamily="50" charset="0"/>
              </a:defRPr>
            </a:lvl3pPr>
            <a:lvl4pPr>
              <a:defRPr sz="1350">
                <a:solidFill>
                  <a:srgbClr val="002D74"/>
                </a:solidFill>
                <a:latin typeface="Flexo" pitchFamily="50" charset="0"/>
              </a:defRPr>
            </a:lvl4pPr>
            <a:lvl5pPr>
              <a:defRPr sz="1350">
                <a:solidFill>
                  <a:srgbClr val="002D74"/>
                </a:solidFill>
                <a:latin typeface="Flexo" pitchFamily="50" charset="0"/>
              </a:defRPr>
            </a:lvl5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4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391CBFF-97A1-49ED-83E9-FDA97DDB726E}" type="datetime1">
              <a:rPr lang="es-ES" noProof="0" smtClean="0"/>
              <a:t>23/10/2025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FF7C5F-59DB-DB40-53C5-FB1BC4B825F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05413" y="6736080"/>
            <a:ext cx="1803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2444932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50" Type="http://schemas.openxmlformats.org/officeDocument/2006/relationships/image" Target="../media/image66.png"/><Relationship Id="rId55" Type="http://schemas.openxmlformats.org/officeDocument/2006/relationships/image" Target="../media/image71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9" Type="http://schemas.openxmlformats.org/officeDocument/2006/relationships/image" Target="../media/image45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53" Type="http://schemas.openxmlformats.org/officeDocument/2006/relationships/image" Target="../media/image69.png"/><Relationship Id="rId58" Type="http://schemas.openxmlformats.org/officeDocument/2006/relationships/image" Target="../media/image74.png"/><Relationship Id="rId5" Type="http://schemas.openxmlformats.org/officeDocument/2006/relationships/image" Target="../media/image21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56" Type="http://schemas.openxmlformats.org/officeDocument/2006/relationships/image" Target="../media/image72.png"/><Relationship Id="rId8" Type="http://schemas.openxmlformats.org/officeDocument/2006/relationships/image" Target="../media/image24.png"/><Relationship Id="rId51" Type="http://schemas.openxmlformats.org/officeDocument/2006/relationships/image" Target="../media/image67.png"/><Relationship Id="rId3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20" Type="http://schemas.openxmlformats.org/officeDocument/2006/relationships/image" Target="../media/image36.png"/><Relationship Id="rId41" Type="http://schemas.openxmlformats.org/officeDocument/2006/relationships/image" Target="../media/image57.png"/><Relationship Id="rId54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26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50" Type="http://schemas.openxmlformats.org/officeDocument/2006/relationships/image" Target="../media/image66.png"/><Relationship Id="rId55" Type="http://schemas.openxmlformats.org/officeDocument/2006/relationships/image" Target="../media/image71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9" Type="http://schemas.openxmlformats.org/officeDocument/2006/relationships/image" Target="../media/image45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53" Type="http://schemas.openxmlformats.org/officeDocument/2006/relationships/image" Target="../media/image69.png"/><Relationship Id="rId58" Type="http://schemas.openxmlformats.org/officeDocument/2006/relationships/image" Target="../media/image74.png"/><Relationship Id="rId5" Type="http://schemas.openxmlformats.org/officeDocument/2006/relationships/image" Target="../media/image21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56" Type="http://schemas.openxmlformats.org/officeDocument/2006/relationships/image" Target="../media/image72.png"/><Relationship Id="rId8" Type="http://schemas.openxmlformats.org/officeDocument/2006/relationships/image" Target="../media/image24.png"/><Relationship Id="rId51" Type="http://schemas.openxmlformats.org/officeDocument/2006/relationships/image" Target="../media/image67.png"/><Relationship Id="rId3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20" Type="http://schemas.openxmlformats.org/officeDocument/2006/relationships/image" Target="../media/image36.png"/><Relationship Id="rId41" Type="http://schemas.openxmlformats.org/officeDocument/2006/relationships/image" Target="../media/image57.png"/><Relationship Id="rId54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26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9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7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image" Target="../media/image81.sv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79.svg"/><Relationship Id="rId7" Type="http://schemas.openxmlformats.org/officeDocument/2006/relationships/diagramColors" Target="../diagrams/colors5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10" Type="http://schemas.openxmlformats.org/officeDocument/2006/relationships/image" Target="../media/image81.svg"/><Relationship Id="rId4" Type="http://schemas.openxmlformats.org/officeDocument/2006/relationships/diagramData" Target="../diagrams/data5.xml"/><Relationship Id="rId9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79.svg"/><Relationship Id="rId7" Type="http://schemas.openxmlformats.org/officeDocument/2006/relationships/diagramColors" Target="../diagrams/colors6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10" Type="http://schemas.openxmlformats.org/officeDocument/2006/relationships/image" Target="../media/image81.svg"/><Relationship Id="rId4" Type="http://schemas.openxmlformats.org/officeDocument/2006/relationships/diagramData" Target="../diagrams/data6.xml"/><Relationship Id="rId9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Resultado de imagen para digita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5" r="3949" b="8602"/>
          <a:stretch/>
        </p:blipFill>
        <p:spPr bwMode="auto">
          <a:xfrm>
            <a:off x="-24679" y="0"/>
            <a:ext cx="12241360" cy="688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-24679" y="0"/>
            <a:ext cx="12231917" cy="6885384"/>
          </a:xfrm>
          <a:prstGeom prst="rect">
            <a:avLst/>
          </a:prstGeom>
          <a:solidFill>
            <a:srgbClr val="000000">
              <a:alpha val="70000"/>
            </a:srgbClr>
          </a:solidFill>
        </p:spPr>
        <p:txBody>
          <a:bodyPr wrap="square" rtlCol="0">
            <a:spAutoFit/>
          </a:bodyPr>
          <a:lstStyle/>
          <a:p>
            <a:endParaRPr lang="es-PE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7079" y="2418614"/>
            <a:ext cx="12004994" cy="1143000"/>
          </a:xfrm>
        </p:spPr>
        <p:txBody>
          <a:bodyPr>
            <a:noAutofit/>
          </a:bodyPr>
          <a:lstStyle/>
          <a:p>
            <a:pPr algn="l"/>
            <a:r>
              <a:rPr lang="es-PE" sz="5000" b="1" dirty="0">
                <a:solidFill>
                  <a:schemeClr val="bg1"/>
                </a:solidFill>
                <a:latin typeface="Omnes Regular" panose="02000606040000020004" pitchFamily="50" charset="0"/>
              </a:rPr>
              <a:t>Estrategia de Estandarizaciones Corporativas</a:t>
            </a:r>
            <a:br>
              <a:rPr lang="es-PE" sz="5000" b="1" dirty="0">
                <a:solidFill>
                  <a:schemeClr val="bg1"/>
                </a:solidFill>
                <a:latin typeface="Omnes Regular" panose="02000606040000020004" pitchFamily="50" charset="0"/>
              </a:rPr>
            </a:br>
            <a:r>
              <a:rPr lang="es-PE" sz="5000" b="1" dirty="0">
                <a:solidFill>
                  <a:schemeClr val="bg1"/>
                </a:solidFill>
                <a:latin typeface="Omnes Regular" panose="02000606040000020004" pitchFamily="50" charset="0"/>
              </a:rPr>
              <a:t>Plataformas de Seguridad TI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0"/>
          </p:nvPr>
        </p:nvSpPr>
        <p:spPr>
          <a:xfrm>
            <a:off x="5971031" y="4836509"/>
            <a:ext cx="6220969" cy="1160235"/>
          </a:xfrm>
        </p:spPr>
        <p:txBody>
          <a:bodyPr/>
          <a:lstStyle/>
          <a:p>
            <a:r>
              <a:rPr lang="es-PE" sz="4000" dirty="0">
                <a:solidFill>
                  <a:srgbClr val="FFC000"/>
                </a:solidFill>
                <a:latin typeface="Omnes Regular" panose="02000606040000020004" pitchFamily="50" charset="0"/>
              </a:rPr>
              <a:t>Arquitectura de Seguridad TI</a:t>
            </a:r>
          </a:p>
        </p:txBody>
      </p:sp>
      <p:sp>
        <p:nvSpPr>
          <p:cNvPr id="6" name="2 Marcador de contenido">
            <a:extLst>
              <a:ext uri="{FF2B5EF4-FFF2-40B4-BE49-F238E27FC236}">
                <a16:creationId xmlns:a16="http://schemas.microsoft.com/office/drawing/2014/main" id="{4775BEC6-8046-4C45-89F0-078D6194B23C}"/>
              </a:ext>
            </a:extLst>
          </p:cNvPr>
          <p:cNvSpPr txBox="1">
            <a:spLocks/>
          </p:cNvSpPr>
          <p:nvPr/>
        </p:nvSpPr>
        <p:spPr>
          <a:xfrm>
            <a:off x="9408368" y="6370494"/>
            <a:ext cx="2689848" cy="38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2000" i="1" dirty="0">
                <a:solidFill>
                  <a:schemeClr val="bg1"/>
                </a:solidFill>
                <a:latin typeface="Omnes Regular" panose="02000606040000020004" pitchFamily="50" charset="0"/>
              </a:rPr>
              <a:t>14 de Agosto de 2025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D68E65-C4D8-4A3D-B75C-AEF164EC09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38" y="5169306"/>
            <a:ext cx="494639" cy="49463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2 Marcador de contenido">
            <a:extLst>
              <a:ext uri="{FF2B5EF4-FFF2-40B4-BE49-F238E27FC236}">
                <a16:creationId xmlns:a16="http://schemas.microsoft.com/office/drawing/2014/main" id="{D7D5F9EF-F538-452A-821D-E12692C5374F}"/>
              </a:ext>
            </a:extLst>
          </p:cNvPr>
          <p:cNvSpPr txBox="1">
            <a:spLocks/>
          </p:cNvSpPr>
          <p:nvPr/>
        </p:nvSpPr>
        <p:spPr>
          <a:xfrm>
            <a:off x="6082911" y="6047162"/>
            <a:ext cx="5917746" cy="38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s-PE" sz="4000" dirty="0">
              <a:solidFill>
                <a:srgbClr val="FFC000"/>
              </a:solidFill>
              <a:latin typeface="Omnes Regular" panose="02000606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6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65384FB1-5E7E-4C8E-A207-FCEA5F5F659D}"/>
              </a:ext>
            </a:extLst>
          </p:cNvPr>
          <p:cNvGrpSpPr/>
          <p:nvPr/>
        </p:nvGrpSpPr>
        <p:grpSpPr>
          <a:xfrm>
            <a:off x="669758" y="1690819"/>
            <a:ext cx="6452201" cy="759057"/>
            <a:chOff x="669758" y="1690819"/>
            <a:chExt cx="6452201" cy="759057"/>
          </a:xfrm>
        </p:grpSpPr>
        <p:sp>
          <p:nvSpPr>
            <p:cNvPr id="55" name="Google Shape;3459;p44">
              <a:extLst>
                <a:ext uri="{FF2B5EF4-FFF2-40B4-BE49-F238E27FC236}">
                  <a16:creationId xmlns:a16="http://schemas.microsoft.com/office/drawing/2014/main" id="{1427E01C-AABC-6ED1-F8DF-91B16EED8BAC}"/>
                </a:ext>
              </a:extLst>
            </p:cNvPr>
            <p:cNvSpPr/>
            <p:nvPr/>
          </p:nvSpPr>
          <p:spPr>
            <a:xfrm>
              <a:off x="2231426" y="1690850"/>
              <a:ext cx="3328865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02BB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3466;p44">
              <a:extLst>
                <a:ext uri="{FF2B5EF4-FFF2-40B4-BE49-F238E27FC236}">
                  <a16:creationId xmlns:a16="http://schemas.microsoft.com/office/drawing/2014/main" id="{2A690789-37EA-5397-B306-55FB5A36BE31}"/>
                </a:ext>
              </a:extLst>
            </p:cNvPr>
            <p:cNvSpPr txBox="1"/>
            <p:nvPr/>
          </p:nvSpPr>
          <p:spPr>
            <a:xfrm>
              <a:off x="2231265" y="1770021"/>
              <a:ext cx="2561261" cy="599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914400" eaLnBrk="1" fontAlgn="auto" latinLnBrk="0" hangingPunct="1">
                <a:buClr>
                  <a:srgbClr val="000000"/>
                </a:buClr>
                <a:buSzTx/>
                <a:tabLst/>
                <a:defRPr/>
              </a:pPr>
              <a:r>
                <a:rPr lang="es-PE" sz="2000" b="1" dirty="0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Definiciones</a:t>
              </a:r>
              <a:endParaRPr sz="2000" b="1" dirty="0">
                <a:solidFill>
                  <a:srgbClr val="000000"/>
                </a:solidFill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62" name="Google Shape;3468;p44">
              <a:extLst>
                <a:ext uri="{FF2B5EF4-FFF2-40B4-BE49-F238E27FC236}">
                  <a16:creationId xmlns:a16="http://schemas.microsoft.com/office/drawing/2014/main" id="{17B99EEC-E2FC-1885-E90F-FDA4B6BCA912}"/>
                </a:ext>
              </a:extLst>
            </p:cNvPr>
            <p:cNvSpPr/>
            <p:nvPr/>
          </p:nvSpPr>
          <p:spPr>
            <a:xfrm>
              <a:off x="669758" y="1690840"/>
              <a:ext cx="886818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02BB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3469;p44">
              <a:extLst>
                <a:ext uri="{FF2B5EF4-FFF2-40B4-BE49-F238E27FC236}">
                  <a16:creationId xmlns:a16="http://schemas.microsoft.com/office/drawing/2014/main" id="{69D14293-5C58-2ADD-09B4-D30DCED4098B}"/>
                </a:ext>
              </a:extLst>
            </p:cNvPr>
            <p:cNvSpPr txBox="1"/>
            <p:nvPr/>
          </p:nvSpPr>
          <p:spPr>
            <a:xfrm>
              <a:off x="762899" y="1847987"/>
              <a:ext cx="700763" cy="448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6" name="Google Shape;3472;p44">
              <a:extLst>
                <a:ext uri="{FF2B5EF4-FFF2-40B4-BE49-F238E27FC236}">
                  <a16:creationId xmlns:a16="http://schemas.microsoft.com/office/drawing/2014/main" id="{D8F72827-A11C-CE74-00CA-0763BE8C46DE}"/>
                </a:ext>
              </a:extLst>
            </p:cNvPr>
            <p:cNvSpPr/>
            <p:nvPr/>
          </p:nvSpPr>
          <p:spPr>
            <a:xfrm>
              <a:off x="6235141" y="1690819"/>
              <a:ext cx="886818" cy="759026"/>
            </a:xfrm>
            <a:prstGeom prst="roundRect">
              <a:avLst>
                <a:gd name="adj" fmla="val 0"/>
              </a:avLst>
            </a:prstGeom>
            <a:solidFill>
              <a:srgbClr val="02BB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75" name="Google Shape;3487;p44">
              <a:extLst>
                <a:ext uri="{FF2B5EF4-FFF2-40B4-BE49-F238E27FC236}">
                  <a16:creationId xmlns:a16="http://schemas.microsoft.com/office/drawing/2014/main" id="{622935A2-08FF-330E-24FD-3F48FCBCD579}"/>
                </a:ext>
              </a:extLst>
            </p:cNvPr>
            <p:cNvCxnSpPr>
              <a:cxnSpLocks/>
              <a:stCxn id="62" idx="3"/>
              <a:endCxn id="55" idx="1"/>
            </p:cNvCxnSpPr>
            <p:nvPr/>
          </p:nvCxnSpPr>
          <p:spPr>
            <a:xfrm>
              <a:off x="1556576" y="2070353"/>
              <a:ext cx="674850" cy="10"/>
            </a:xfrm>
            <a:prstGeom prst="straightConnector1">
              <a:avLst/>
            </a:prstGeom>
            <a:noFill/>
            <a:ln w="19050" cap="flat" cmpd="sng">
              <a:solidFill>
                <a:srgbClr val="02BB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3488;p44">
              <a:extLst>
                <a:ext uri="{FF2B5EF4-FFF2-40B4-BE49-F238E27FC236}">
                  <a16:creationId xmlns:a16="http://schemas.microsoft.com/office/drawing/2014/main" id="{B1716E62-55EC-5D04-C1DB-A2239912388B}"/>
                </a:ext>
              </a:extLst>
            </p:cNvPr>
            <p:cNvCxnSpPr>
              <a:cxnSpLocks/>
              <a:stCxn id="55" idx="3"/>
              <a:endCxn id="66" idx="1"/>
            </p:cNvCxnSpPr>
            <p:nvPr/>
          </p:nvCxnSpPr>
          <p:spPr>
            <a:xfrm flipV="1">
              <a:off x="5560291" y="2070332"/>
              <a:ext cx="674850" cy="31"/>
            </a:xfrm>
            <a:prstGeom prst="straightConnector1">
              <a:avLst/>
            </a:prstGeom>
            <a:noFill/>
            <a:ln w="19050" cap="flat" cmpd="sng">
              <a:solidFill>
                <a:srgbClr val="02BBD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31954E5-812F-1061-7187-4956A47B497F}"/>
              </a:ext>
            </a:extLst>
          </p:cNvPr>
          <p:cNvGrpSpPr/>
          <p:nvPr/>
        </p:nvGrpSpPr>
        <p:grpSpPr>
          <a:xfrm>
            <a:off x="669758" y="2562873"/>
            <a:ext cx="6480029" cy="760496"/>
            <a:chOff x="669758" y="2561354"/>
            <a:chExt cx="6480029" cy="760496"/>
          </a:xfrm>
        </p:grpSpPr>
        <p:sp>
          <p:nvSpPr>
            <p:cNvPr id="56" name="Google Shape;3460;p44">
              <a:extLst>
                <a:ext uri="{FF2B5EF4-FFF2-40B4-BE49-F238E27FC236}">
                  <a16:creationId xmlns:a16="http://schemas.microsoft.com/office/drawing/2014/main" id="{0B1C3E3E-6C58-E879-2D95-19F2AFF4C237}"/>
                </a:ext>
              </a:extLst>
            </p:cNvPr>
            <p:cNvSpPr/>
            <p:nvPr/>
          </p:nvSpPr>
          <p:spPr>
            <a:xfrm>
              <a:off x="2231426" y="2561363"/>
              <a:ext cx="3356720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FBC0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3463;p44">
              <a:extLst>
                <a:ext uri="{FF2B5EF4-FFF2-40B4-BE49-F238E27FC236}">
                  <a16:creationId xmlns:a16="http://schemas.microsoft.com/office/drawing/2014/main" id="{ECBC1839-6F16-4180-193D-C90250902096}"/>
                </a:ext>
              </a:extLst>
            </p:cNvPr>
            <p:cNvSpPr/>
            <p:nvPr/>
          </p:nvSpPr>
          <p:spPr>
            <a:xfrm>
              <a:off x="669758" y="2561354"/>
              <a:ext cx="886818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FBC0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3470;p44">
              <a:extLst>
                <a:ext uri="{FF2B5EF4-FFF2-40B4-BE49-F238E27FC236}">
                  <a16:creationId xmlns:a16="http://schemas.microsoft.com/office/drawing/2014/main" id="{FC39FA9D-66A2-308E-C363-FCEE43D017DE}"/>
                </a:ext>
              </a:extLst>
            </p:cNvPr>
            <p:cNvSpPr txBox="1"/>
            <p:nvPr/>
          </p:nvSpPr>
          <p:spPr>
            <a:xfrm>
              <a:off x="762914" y="2716706"/>
              <a:ext cx="700763" cy="448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8" name="Google Shape;3474;p44">
              <a:extLst>
                <a:ext uri="{FF2B5EF4-FFF2-40B4-BE49-F238E27FC236}">
                  <a16:creationId xmlns:a16="http://schemas.microsoft.com/office/drawing/2014/main" id="{449B62C3-6963-4CAC-8E9E-9459240ED2CF}"/>
                </a:ext>
              </a:extLst>
            </p:cNvPr>
            <p:cNvSpPr/>
            <p:nvPr/>
          </p:nvSpPr>
          <p:spPr>
            <a:xfrm>
              <a:off x="6262969" y="2562824"/>
              <a:ext cx="886818" cy="759026"/>
            </a:xfrm>
            <a:prstGeom prst="roundRect">
              <a:avLst>
                <a:gd name="adj" fmla="val 0"/>
              </a:avLst>
            </a:prstGeom>
            <a:solidFill>
              <a:srgbClr val="FBC0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3480;p44">
              <a:extLst>
                <a:ext uri="{FF2B5EF4-FFF2-40B4-BE49-F238E27FC236}">
                  <a16:creationId xmlns:a16="http://schemas.microsoft.com/office/drawing/2014/main" id="{9AE255B5-C7BA-2BCB-C2D1-0E8C7726DCC6}"/>
                </a:ext>
              </a:extLst>
            </p:cNvPr>
            <p:cNvSpPr txBox="1"/>
            <p:nvPr/>
          </p:nvSpPr>
          <p:spPr>
            <a:xfrm>
              <a:off x="2231266" y="2640605"/>
              <a:ext cx="3025498" cy="599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s-PE" sz="2000" b="1" dirty="0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Dominio, Subdominio y </a:t>
              </a:r>
              <a:r>
                <a:rPr lang="es-PE" sz="2000" b="1" dirty="0" err="1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Capabilty</a:t>
              </a:r>
              <a:endParaRPr sz="2000" b="1" dirty="0">
                <a:solidFill>
                  <a:srgbClr val="000000"/>
                </a:solidFill>
                <a:latin typeface="Fira Sans Extra Condensed Medium"/>
                <a:sym typeface="Fira Sans Extra Condensed Medium"/>
              </a:endParaRPr>
            </a:p>
          </p:txBody>
        </p:sp>
        <p:cxnSp>
          <p:nvCxnSpPr>
            <p:cNvPr id="77" name="Google Shape;3489;p44">
              <a:extLst>
                <a:ext uri="{FF2B5EF4-FFF2-40B4-BE49-F238E27FC236}">
                  <a16:creationId xmlns:a16="http://schemas.microsoft.com/office/drawing/2014/main" id="{2EE8AC77-8F85-5C89-096B-8D02743C2B9D}"/>
                </a:ext>
              </a:extLst>
            </p:cNvPr>
            <p:cNvCxnSpPr/>
            <p:nvPr/>
          </p:nvCxnSpPr>
          <p:spPr>
            <a:xfrm>
              <a:off x="1556576" y="2940571"/>
              <a:ext cx="674690" cy="0"/>
            </a:xfrm>
            <a:prstGeom prst="straightConnector1">
              <a:avLst/>
            </a:prstGeom>
            <a:noFill/>
            <a:ln w="19050" cap="flat" cmpd="sng">
              <a:solidFill>
                <a:srgbClr val="FBC0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3492;p44">
              <a:extLst>
                <a:ext uri="{FF2B5EF4-FFF2-40B4-BE49-F238E27FC236}">
                  <a16:creationId xmlns:a16="http://schemas.microsoft.com/office/drawing/2014/main" id="{2403818A-7146-6E7B-F832-8E7E6BFD1C51}"/>
                </a:ext>
              </a:extLst>
            </p:cNvPr>
            <p:cNvCxnSpPr>
              <a:cxnSpLocks/>
              <a:stCxn id="56" idx="3"/>
              <a:endCxn id="68" idx="1"/>
            </p:cNvCxnSpPr>
            <p:nvPr/>
          </p:nvCxnSpPr>
          <p:spPr>
            <a:xfrm>
              <a:off x="5588146" y="2940876"/>
              <a:ext cx="674823" cy="1461"/>
            </a:xfrm>
            <a:prstGeom prst="straightConnector1">
              <a:avLst/>
            </a:prstGeom>
            <a:noFill/>
            <a:ln w="19050" cap="flat" cmpd="sng">
              <a:solidFill>
                <a:srgbClr val="FBC01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FD88DB5-7D74-8CF9-2AB6-46C01C1BD7E0}"/>
              </a:ext>
            </a:extLst>
          </p:cNvPr>
          <p:cNvGrpSpPr/>
          <p:nvPr/>
        </p:nvGrpSpPr>
        <p:grpSpPr>
          <a:xfrm>
            <a:off x="669758" y="3434833"/>
            <a:ext cx="6480056" cy="762144"/>
            <a:chOff x="669758" y="3431731"/>
            <a:chExt cx="6480056" cy="762144"/>
          </a:xfrm>
        </p:grpSpPr>
        <p:sp>
          <p:nvSpPr>
            <p:cNvPr id="57" name="Google Shape;3461;p44">
              <a:extLst>
                <a:ext uri="{FF2B5EF4-FFF2-40B4-BE49-F238E27FC236}">
                  <a16:creationId xmlns:a16="http://schemas.microsoft.com/office/drawing/2014/main" id="{178BC606-20E2-A95A-989C-D09A29935CE9}"/>
                </a:ext>
              </a:extLst>
            </p:cNvPr>
            <p:cNvSpPr/>
            <p:nvPr/>
          </p:nvSpPr>
          <p:spPr>
            <a:xfrm>
              <a:off x="2231426" y="3431739"/>
              <a:ext cx="3356720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CE6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3464;p44">
              <a:extLst>
                <a:ext uri="{FF2B5EF4-FFF2-40B4-BE49-F238E27FC236}">
                  <a16:creationId xmlns:a16="http://schemas.microsoft.com/office/drawing/2014/main" id="{E7E35FC7-EA58-EFEA-2ED4-CD6CF8F8AA54}"/>
                </a:ext>
              </a:extLst>
            </p:cNvPr>
            <p:cNvSpPr/>
            <p:nvPr/>
          </p:nvSpPr>
          <p:spPr>
            <a:xfrm>
              <a:off x="669758" y="3431731"/>
              <a:ext cx="886818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CE6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3471;p44">
              <a:extLst>
                <a:ext uri="{FF2B5EF4-FFF2-40B4-BE49-F238E27FC236}">
                  <a16:creationId xmlns:a16="http://schemas.microsoft.com/office/drawing/2014/main" id="{2BCF6A39-75CE-8B95-DE59-964B1796DE70}"/>
                </a:ext>
              </a:extLst>
            </p:cNvPr>
            <p:cNvSpPr txBox="1"/>
            <p:nvPr/>
          </p:nvSpPr>
          <p:spPr>
            <a:xfrm>
              <a:off x="762899" y="3585811"/>
              <a:ext cx="700763" cy="448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" name="Google Shape;3473;p44">
              <a:extLst>
                <a:ext uri="{FF2B5EF4-FFF2-40B4-BE49-F238E27FC236}">
                  <a16:creationId xmlns:a16="http://schemas.microsoft.com/office/drawing/2014/main" id="{CFBBA4FC-312B-F41F-A567-40E301E2BB93}"/>
                </a:ext>
              </a:extLst>
            </p:cNvPr>
            <p:cNvSpPr/>
            <p:nvPr/>
          </p:nvSpPr>
          <p:spPr>
            <a:xfrm>
              <a:off x="6262996" y="3434849"/>
              <a:ext cx="886818" cy="759026"/>
            </a:xfrm>
            <a:prstGeom prst="roundRect">
              <a:avLst>
                <a:gd name="adj" fmla="val 0"/>
              </a:avLst>
            </a:prstGeom>
            <a:solidFill>
              <a:srgbClr val="CE6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3477;p44">
              <a:extLst>
                <a:ext uri="{FF2B5EF4-FFF2-40B4-BE49-F238E27FC236}">
                  <a16:creationId xmlns:a16="http://schemas.microsoft.com/office/drawing/2014/main" id="{8AE15AFC-F72D-5B2F-C67C-52691CCACB7F}"/>
                </a:ext>
              </a:extLst>
            </p:cNvPr>
            <p:cNvSpPr txBox="1"/>
            <p:nvPr/>
          </p:nvSpPr>
          <p:spPr>
            <a:xfrm>
              <a:off x="2231264" y="3476764"/>
              <a:ext cx="3227427" cy="599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defRPr/>
              </a:pPr>
              <a:r>
                <a:rPr lang="es-PE" sz="2000" b="1" dirty="0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Criterios para el Estado del Subdominio y </a:t>
              </a:r>
              <a:r>
                <a:rPr lang="es-PE" sz="2000" b="1" dirty="0" err="1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Capability</a:t>
              </a:r>
              <a:endParaRPr lang="es-PE" sz="2000" b="1" dirty="0">
                <a:solidFill>
                  <a:srgbClr val="000000"/>
                </a:solidFill>
                <a:latin typeface="Fira Sans Extra Condensed Medium"/>
                <a:sym typeface="Fira Sans Extra Condensed Medium"/>
              </a:endParaRPr>
            </a:p>
          </p:txBody>
        </p:sp>
        <p:cxnSp>
          <p:nvCxnSpPr>
            <p:cNvPr id="78" name="Google Shape;3490;p44">
              <a:extLst>
                <a:ext uri="{FF2B5EF4-FFF2-40B4-BE49-F238E27FC236}">
                  <a16:creationId xmlns:a16="http://schemas.microsoft.com/office/drawing/2014/main" id="{D0E18C42-48C2-2F30-CE10-34B1837AF972}"/>
                </a:ext>
              </a:extLst>
            </p:cNvPr>
            <p:cNvCxnSpPr/>
            <p:nvPr/>
          </p:nvCxnSpPr>
          <p:spPr>
            <a:xfrm>
              <a:off x="1556576" y="3811321"/>
              <a:ext cx="674690" cy="0"/>
            </a:xfrm>
            <a:prstGeom prst="straightConnector1">
              <a:avLst/>
            </a:prstGeom>
            <a:noFill/>
            <a:ln w="19050" cap="flat" cmpd="sng">
              <a:solidFill>
                <a:srgbClr val="CE609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3493;p44">
              <a:extLst>
                <a:ext uri="{FF2B5EF4-FFF2-40B4-BE49-F238E27FC236}">
                  <a16:creationId xmlns:a16="http://schemas.microsoft.com/office/drawing/2014/main" id="{B50AFE82-6DED-3CB4-7690-FFF4469B378D}"/>
                </a:ext>
              </a:extLst>
            </p:cNvPr>
            <p:cNvCxnSpPr/>
            <p:nvPr/>
          </p:nvCxnSpPr>
          <p:spPr>
            <a:xfrm>
              <a:off x="5587636" y="3814349"/>
              <a:ext cx="675333" cy="0"/>
            </a:xfrm>
            <a:prstGeom prst="straightConnector1">
              <a:avLst/>
            </a:prstGeom>
            <a:noFill/>
            <a:ln w="19050" cap="flat" cmpd="sng">
              <a:solidFill>
                <a:srgbClr val="CE609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24E9F47-06F2-6DC0-AF0F-6A81236965F4}"/>
              </a:ext>
            </a:extLst>
          </p:cNvPr>
          <p:cNvGrpSpPr/>
          <p:nvPr/>
        </p:nvGrpSpPr>
        <p:grpSpPr>
          <a:xfrm>
            <a:off x="669758" y="4305325"/>
            <a:ext cx="6480056" cy="759114"/>
            <a:chOff x="669758" y="4302159"/>
            <a:chExt cx="6480056" cy="759114"/>
          </a:xfrm>
        </p:grpSpPr>
        <p:sp>
          <p:nvSpPr>
            <p:cNvPr id="58" name="Google Shape;3462;p44">
              <a:extLst>
                <a:ext uri="{FF2B5EF4-FFF2-40B4-BE49-F238E27FC236}">
                  <a16:creationId xmlns:a16="http://schemas.microsoft.com/office/drawing/2014/main" id="{1616EBB6-50EE-D673-9FAA-374B147210F7}"/>
                </a:ext>
              </a:extLst>
            </p:cNvPr>
            <p:cNvSpPr/>
            <p:nvPr/>
          </p:nvSpPr>
          <p:spPr>
            <a:xfrm>
              <a:off x="2231426" y="4302167"/>
              <a:ext cx="3356720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Google Shape;3481;p44">
              <a:extLst>
                <a:ext uri="{FF2B5EF4-FFF2-40B4-BE49-F238E27FC236}">
                  <a16:creationId xmlns:a16="http://schemas.microsoft.com/office/drawing/2014/main" id="{DCE96DAF-8999-B1FE-88FF-8E18867C702F}"/>
                </a:ext>
              </a:extLst>
            </p:cNvPr>
            <p:cNvSpPr/>
            <p:nvPr/>
          </p:nvSpPr>
          <p:spPr>
            <a:xfrm>
              <a:off x="669758" y="4302159"/>
              <a:ext cx="886818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3482;p44">
              <a:extLst>
                <a:ext uri="{FF2B5EF4-FFF2-40B4-BE49-F238E27FC236}">
                  <a16:creationId xmlns:a16="http://schemas.microsoft.com/office/drawing/2014/main" id="{46D1BA23-9371-B293-03F5-6AD131200574}"/>
                </a:ext>
              </a:extLst>
            </p:cNvPr>
            <p:cNvSpPr txBox="1"/>
            <p:nvPr/>
          </p:nvSpPr>
          <p:spPr>
            <a:xfrm>
              <a:off x="762899" y="4456239"/>
              <a:ext cx="700763" cy="448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3" name="Google Shape;3483;p44">
              <a:extLst>
                <a:ext uri="{FF2B5EF4-FFF2-40B4-BE49-F238E27FC236}">
                  <a16:creationId xmlns:a16="http://schemas.microsoft.com/office/drawing/2014/main" id="{A3F0032E-D2E5-0517-C968-75440218AF1C}"/>
                </a:ext>
              </a:extLst>
            </p:cNvPr>
            <p:cNvSpPr/>
            <p:nvPr/>
          </p:nvSpPr>
          <p:spPr>
            <a:xfrm>
              <a:off x="6262996" y="4302247"/>
              <a:ext cx="886818" cy="759026"/>
            </a:xfrm>
            <a:prstGeom prst="roundRect">
              <a:avLst>
                <a:gd name="adj" fmla="val 0"/>
              </a:avLst>
            </a:prstGeom>
            <a:solidFill>
              <a:srgbClr val="F769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3486;p44">
              <a:extLst>
                <a:ext uri="{FF2B5EF4-FFF2-40B4-BE49-F238E27FC236}">
                  <a16:creationId xmlns:a16="http://schemas.microsoft.com/office/drawing/2014/main" id="{7BA4BA21-37A6-4170-2A9A-59F6CA332DA8}"/>
                </a:ext>
              </a:extLst>
            </p:cNvPr>
            <p:cNvSpPr txBox="1"/>
            <p:nvPr/>
          </p:nvSpPr>
          <p:spPr>
            <a:xfrm>
              <a:off x="2231264" y="4388930"/>
              <a:ext cx="3025500" cy="599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defRPr/>
              </a:pPr>
              <a:r>
                <a:rPr lang="es-PE" sz="2000" b="1" dirty="0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Homologación de conceptos</a:t>
              </a:r>
            </a:p>
          </p:txBody>
        </p:sp>
        <p:cxnSp>
          <p:nvCxnSpPr>
            <p:cNvPr id="79" name="Google Shape;3491;p44">
              <a:extLst>
                <a:ext uri="{FF2B5EF4-FFF2-40B4-BE49-F238E27FC236}">
                  <a16:creationId xmlns:a16="http://schemas.microsoft.com/office/drawing/2014/main" id="{F8EA11F9-4EF2-2F89-2864-78EBB2DEE2F7}"/>
                </a:ext>
              </a:extLst>
            </p:cNvPr>
            <p:cNvCxnSpPr/>
            <p:nvPr/>
          </p:nvCxnSpPr>
          <p:spPr>
            <a:xfrm>
              <a:off x="1556576" y="4681857"/>
              <a:ext cx="674690" cy="0"/>
            </a:xfrm>
            <a:prstGeom prst="straightConnector1">
              <a:avLst/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3494;p44">
              <a:extLst>
                <a:ext uri="{FF2B5EF4-FFF2-40B4-BE49-F238E27FC236}">
                  <a16:creationId xmlns:a16="http://schemas.microsoft.com/office/drawing/2014/main" id="{B01B48F3-81CD-F41F-53A0-97B9149F9C0A}"/>
                </a:ext>
              </a:extLst>
            </p:cNvPr>
            <p:cNvCxnSpPr/>
            <p:nvPr/>
          </p:nvCxnSpPr>
          <p:spPr>
            <a:xfrm>
              <a:off x="5587636" y="4680272"/>
              <a:ext cx="675333" cy="0"/>
            </a:xfrm>
            <a:prstGeom prst="straightConnector1">
              <a:avLst/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C63C932-07F3-5E3B-A738-548541444429}"/>
              </a:ext>
            </a:extLst>
          </p:cNvPr>
          <p:cNvGrpSpPr/>
          <p:nvPr/>
        </p:nvGrpSpPr>
        <p:grpSpPr>
          <a:xfrm>
            <a:off x="669758" y="5178933"/>
            <a:ext cx="6480056" cy="759034"/>
            <a:chOff x="669758" y="5178933"/>
            <a:chExt cx="6480056" cy="759034"/>
          </a:xfrm>
        </p:grpSpPr>
        <p:sp>
          <p:nvSpPr>
            <p:cNvPr id="2" name="Google Shape;3462;p44">
              <a:extLst>
                <a:ext uri="{FF2B5EF4-FFF2-40B4-BE49-F238E27FC236}">
                  <a16:creationId xmlns:a16="http://schemas.microsoft.com/office/drawing/2014/main" id="{5BA62FEA-54C7-B14E-D986-2ED7C45E3F62}"/>
                </a:ext>
              </a:extLst>
            </p:cNvPr>
            <p:cNvSpPr/>
            <p:nvPr/>
          </p:nvSpPr>
          <p:spPr>
            <a:xfrm>
              <a:off x="2231426" y="5178941"/>
              <a:ext cx="3356720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" name="Google Shape;3481;p44">
              <a:extLst>
                <a:ext uri="{FF2B5EF4-FFF2-40B4-BE49-F238E27FC236}">
                  <a16:creationId xmlns:a16="http://schemas.microsoft.com/office/drawing/2014/main" id="{539918DE-EE9D-7CB4-876A-DC9AC5956712}"/>
                </a:ext>
              </a:extLst>
            </p:cNvPr>
            <p:cNvSpPr/>
            <p:nvPr/>
          </p:nvSpPr>
          <p:spPr>
            <a:xfrm>
              <a:off x="669758" y="5178933"/>
              <a:ext cx="886818" cy="759026"/>
            </a:xfrm>
            <a:prstGeom prst="roundRect">
              <a:avLst>
                <a:gd name="adj" fmla="val 0"/>
              </a:avLst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" name="Google Shape;3482;p44">
              <a:extLst>
                <a:ext uri="{FF2B5EF4-FFF2-40B4-BE49-F238E27FC236}">
                  <a16:creationId xmlns:a16="http://schemas.microsoft.com/office/drawing/2014/main" id="{B0178A50-FC3B-6052-F4EC-378FC3B67E55}"/>
                </a:ext>
              </a:extLst>
            </p:cNvPr>
            <p:cNvSpPr txBox="1"/>
            <p:nvPr/>
          </p:nvSpPr>
          <p:spPr>
            <a:xfrm>
              <a:off x="762899" y="5333013"/>
              <a:ext cx="700763" cy="448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3000" kern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" name="Google Shape;3483;p44">
              <a:extLst>
                <a:ext uri="{FF2B5EF4-FFF2-40B4-BE49-F238E27FC236}">
                  <a16:creationId xmlns:a16="http://schemas.microsoft.com/office/drawing/2014/main" id="{FD63B1CA-3E74-06F7-BC19-F2F94736ACF5}"/>
                </a:ext>
              </a:extLst>
            </p:cNvPr>
            <p:cNvSpPr/>
            <p:nvPr/>
          </p:nvSpPr>
          <p:spPr>
            <a:xfrm>
              <a:off x="6262996" y="5178933"/>
              <a:ext cx="886818" cy="759026"/>
            </a:xfrm>
            <a:prstGeom prst="roundRect">
              <a:avLst>
                <a:gd name="adj" fmla="val 0"/>
              </a:avLst>
            </a:prstGeom>
            <a:solidFill>
              <a:srgbClr val="F769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3486;p44">
              <a:extLst>
                <a:ext uri="{FF2B5EF4-FFF2-40B4-BE49-F238E27FC236}">
                  <a16:creationId xmlns:a16="http://schemas.microsoft.com/office/drawing/2014/main" id="{08B9E526-C247-829D-75B2-143F790612FE}"/>
                </a:ext>
              </a:extLst>
            </p:cNvPr>
            <p:cNvSpPr txBox="1"/>
            <p:nvPr/>
          </p:nvSpPr>
          <p:spPr>
            <a:xfrm>
              <a:off x="2290033" y="5224768"/>
              <a:ext cx="2443724" cy="599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s-PE" sz="2000" b="1" dirty="0">
                  <a:solidFill>
                    <a:srgbClr val="000000"/>
                  </a:solidFill>
                  <a:latin typeface="Fira Sans Extra Condensed Medium"/>
                  <a:sym typeface="Fira Sans Extra Condensed Medium"/>
                </a:rPr>
                <a:t>Macroproceso</a:t>
              </a:r>
            </a:p>
          </p:txBody>
        </p:sp>
        <p:cxnSp>
          <p:nvCxnSpPr>
            <p:cNvPr id="8" name="Google Shape;3491;p44">
              <a:extLst>
                <a:ext uri="{FF2B5EF4-FFF2-40B4-BE49-F238E27FC236}">
                  <a16:creationId xmlns:a16="http://schemas.microsoft.com/office/drawing/2014/main" id="{AC02672D-4D45-412E-E026-96797E736D63}"/>
                </a:ext>
              </a:extLst>
            </p:cNvPr>
            <p:cNvCxnSpPr/>
            <p:nvPr/>
          </p:nvCxnSpPr>
          <p:spPr>
            <a:xfrm>
              <a:off x="1556576" y="5558631"/>
              <a:ext cx="674690" cy="0"/>
            </a:xfrm>
            <a:prstGeom prst="straightConnector1">
              <a:avLst/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3494;p44">
              <a:extLst>
                <a:ext uri="{FF2B5EF4-FFF2-40B4-BE49-F238E27FC236}">
                  <a16:creationId xmlns:a16="http://schemas.microsoft.com/office/drawing/2014/main" id="{EC862C64-3994-A8F3-DF99-9C8FEAE230FA}"/>
                </a:ext>
              </a:extLst>
            </p:cNvPr>
            <p:cNvCxnSpPr/>
            <p:nvPr/>
          </p:nvCxnSpPr>
          <p:spPr>
            <a:xfrm>
              <a:off x="5587636" y="5556958"/>
              <a:ext cx="675333" cy="0"/>
            </a:xfrm>
            <a:prstGeom prst="straightConnector1">
              <a:avLst/>
            </a:prstGeom>
            <a:noFill/>
            <a:ln w="19050" cap="flat" cmpd="sng">
              <a:solidFill>
                <a:srgbClr val="F7692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" name="Título 3">
            <a:extLst>
              <a:ext uri="{FF2B5EF4-FFF2-40B4-BE49-F238E27FC236}">
                <a16:creationId xmlns:a16="http://schemas.microsoft.com/office/drawing/2014/main" id="{91960D1A-8D26-C0D3-C3A2-84473A05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8"/>
            <a:ext cx="11353800" cy="711786"/>
          </a:xfrm>
        </p:spPr>
        <p:txBody>
          <a:bodyPr>
            <a:noAutofit/>
          </a:bodyPr>
          <a:lstStyle/>
          <a:p>
            <a:r>
              <a:rPr lang="es-PE" sz="3600" dirty="0"/>
              <a:t>Primeras definiciones / uniformizando lenguaje</a:t>
            </a:r>
          </a:p>
        </p:txBody>
      </p:sp>
    </p:spTree>
    <p:extLst>
      <p:ext uri="{BB962C8B-B14F-4D97-AF65-F5344CB8AC3E}">
        <p14:creationId xmlns:p14="http://schemas.microsoft.com/office/powerpoint/2010/main" val="249865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8366432-CB2A-AFC9-EF6D-F4DA0DB33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7" y="5889265"/>
            <a:ext cx="4394050" cy="943107"/>
          </a:xfrm>
          <a:prstGeom prst="rect">
            <a:avLst/>
          </a:prstGeom>
        </p:spPr>
      </p:pic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D3FE7B0-022D-40CB-8BAD-B1C8A218F4DD}"/>
              </a:ext>
            </a:extLst>
          </p:cNvPr>
          <p:cNvSpPr/>
          <p:nvPr/>
        </p:nvSpPr>
        <p:spPr>
          <a:xfrm>
            <a:off x="757661" y="1841774"/>
            <a:ext cx="6931166" cy="2122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53" name="Elipse 52">
            <a:hlinkClick r:id="" action="ppaction://noaction"/>
            <a:extLst>
              <a:ext uri="{FF2B5EF4-FFF2-40B4-BE49-F238E27FC236}">
                <a16:creationId xmlns:a16="http://schemas.microsoft.com/office/drawing/2014/main" id="{2F9DC6D7-EDAA-4FE5-8ED9-AF454F85CEF4}"/>
              </a:ext>
            </a:extLst>
          </p:cNvPr>
          <p:cNvSpPr/>
          <p:nvPr/>
        </p:nvSpPr>
        <p:spPr>
          <a:xfrm>
            <a:off x="4323753" y="1619589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3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55" name="Elipse 54">
            <a:hlinkClick r:id="" action="ppaction://noaction"/>
            <a:extLst>
              <a:ext uri="{FF2B5EF4-FFF2-40B4-BE49-F238E27FC236}">
                <a16:creationId xmlns:a16="http://schemas.microsoft.com/office/drawing/2014/main" id="{FA22677A-16DC-49EF-9E06-4ADC485BE1D9}"/>
              </a:ext>
            </a:extLst>
          </p:cNvPr>
          <p:cNvSpPr/>
          <p:nvPr/>
        </p:nvSpPr>
        <p:spPr>
          <a:xfrm>
            <a:off x="1170326" y="1629114"/>
            <a:ext cx="697041" cy="6389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1</a:t>
            </a:r>
          </a:p>
        </p:txBody>
      </p:sp>
      <p:sp>
        <p:nvSpPr>
          <p:cNvPr id="58" name="Elipse 57">
            <a:hlinkClick r:id="" action="ppaction://noaction"/>
            <a:extLst>
              <a:ext uri="{FF2B5EF4-FFF2-40B4-BE49-F238E27FC236}">
                <a16:creationId xmlns:a16="http://schemas.microsoft.com/office/drawing/2014/main" id="{DD4D62B2-A583-4B02-89CC-702D435FA323}"/>
              </a:ext>
            </a:extLst>
          </p:cNvPr>
          <p:cNvSpPr/>
          <p:nvPr/>
        </p:nvSpPr>
        <p:spPr>
          <a:xfrm>
            <a:off x="2750338" y="1632850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2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65" name="Rectángulo: esquinas redondeadas 102">
            <a:hlinkClick r:id="" action="ppaction://noaction"/>
            <a:extLst>
              <a:ext uri="{FF2B5EF4-FFF2-40B4-BE49-F238E27FC236}">
                <a16:creationId xmlns:a16="http://schemas.microsoft.com/office/drawing/2014/main" id="{F4EDCAFF-D0DA-4FC2-A2E8-BF78815A540B}"/>
              </a:ext>
            </a:extLst>
          </p:cNvPr>
          <p:cNvSpPr/>
          <p:nvPr/>
        </p:nvSpPr>
        <p:spPr>
          <a:xfrm>
            <a:off x="-21434" y="1765876"/>
            <a:ext cx="848868" cy="3639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b="1">
                <a:solidFill>
                  <a:schemeClr val="bg1"/>
                </a:solidFill>
              </a:rPr>
              <a:t>Actividades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1D4A751-D5C5-7A2F-7DCC-86DB6DF2E74F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264001-EE32-A75F-0B48-082FD1CF9444}"/>
              </a:ext>
            </a:extLst>
          </p:cNvPr>
          <p:cNvSpPr/>
          <p:nvPr/>
        </p:nvSpPr>
        <p:spPr>
          <a:xfrm>
            <a:off x="263702" y="220373"/>
            <a:ext cx="1166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Contexto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09E9667-ECA2-5E78-C746-747B1B512E6E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hlinkClick r:id="" action="ppaction://noaction"/>
            <a:extLst>
              <a:ext uri="{FF2B5EF4-FFF2-40B4-BE49-F238E27FC236}">
                <a16:creationId xmlns:a16="http://schemas.microsoft.com/office/drawing/2014/main" id="{0967E921-8343-1B15-5F80-846D3C6C455F}"/>
              </a:ext>
            </a:extLst>
          </p:cNvPr>
          <p:cNvSpPr/>
          <p:nvPr/>
        </p:nvSpPr>
        <p:spPr>
          <a:xfrm>
            <a:off x="5930070" y="1606816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MX" sz="2700" b="1" dirty="0">
                <a:solidFill>
                  <a:schemeClr val="tx1"/>
                </a:solidFill>
                <a:latin typeface="Omnes Regular" panose="02000606040000020004" pitchFamily="50" charset="0"/>
              </a:rPr>
              <a:t>4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0AD753A-838E-676B-9BA1-D149BB771153}"/>
              </a:ext>
            </a:extLst>
          </p:cNvPr>
          <p:cNvCxnSpPr>
            <a:cxnSpLocks/>
          </p:cNvCxnSpPr>
          <p:nvPr/>
        </p:nvCxnSpPr>
        <p:spPr>
          <a:xfrm flipH="1">
            <a:off x="-31929" y="2281326"/>
            <a:ext cx="12223929" cy="0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31F1FAE2-0DEE-A591-0242-9C45C2F42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348" y="2565505"/>
            <a:ext cx="4941454" cy="329430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69C07F-F4B9-72D4-3519-B23A1283A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861" y="5886726"/>
            <a:ext cx="7644409" cy="98900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7D1DE98-5590-5617-BAC4-F8A09C98AA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741" y="3581080"/>
            <a:ext cx="2021553" cy="875102"/>
          </a:xfrm>
          <a:prstGeom prst="rect">
            <a:avLst/>
          </a:prstGeom>
        </p:spPr>
      </p:pic>
      <p:sp>
        <p:nvSpPr>
          <p:cNvPr id="24" name="193 CuadroTexto">
            <a:extLst>
              <a:ext uri="{FF2B5EF4-FFF2-40B4-BE49-F238E27FC236}">
                <a16:creationId xmlns:a16="http://schemas.microsoft.com/office/drawing/2014/main" id="{EB21ABF6-A54D-9DBE-762B-A1EFB7F0E8CB}"/>
              </a:ext>
            </a:extLst>
          </p:cNvPr>
          <p:cNvSpPr txBox="1"/>
          <p:nvPr/>
        </p:nvSpPr>
        <p:spPr>
          <a:xfrm>
            <a:off x="915256" y="1230499"/>
            <a:ext cx="1117823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>
            <a:defPPr>
              <a:defRPr lang="es-PE"/>
            </a:defPPr>
            <a:lvl1pPr algn="ctr">
              <a:defRPr b="1">
                <a:solidFill>
                  <a:schemeClr val="bg1">
                    <a:lumMod val="75000"/>
                  </a:schemeClr>
                </a:solidFill>
                <a:latin typeface="Flexo" pitchFamily="50" charset="0"/>
              </a:defRPr>
            </a:lvl1pPr>
          </a:lstStyle>
          <a:p>
            <a:r>
              <a:rPr lang="es-PE" sz="1100" dirty="0">
                <a:solidFill>
                  <a:schemeClr val="tx1"/>
                </a:solidFill>
              </a:rPr>
              <a:t>Contexto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6C1C17A-7E1B-445E-992C-08BBBCEC9961}"/>
              </a:ext>
            </a:extLst>
          </p:cNvPr>
          <p:cNvSpPr/>
          <p:nvPr/>
        </p:nvSpPr>
        <p:spPr>
          <a:xfrm>
            <a:off x="2472738" y="1136875"/>
            <a:ext cx="1193239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Definición de Conceptos</a:t>
            </a:r>
          </a:p>
        </p:txBody>
      </p:sp>
      <p:sp>
        <p:nvSpPr>
          <p:cNvPr id="26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51B54D91-2CF1-9403-73FC-74BD9117F34C}"/>
              </a:ext>
            </a:extLst>
          </p:cNvPr>
          <p:cNvSpPr/>
          <p:nvPr/>
        </p:nvSpPr>
        <p:spPr>
          <a:xfrm>
            <a:off x="3915737" y="1098294"/>
            <a:ext cx="1513072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Homologación de conceptos</a:t>
            </a:r>
          </a:p>
        </p:txBody>
      </p:sp>
      <p:sp>
        <p:nvSpPr>
          <p:cNvPr id="28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87DD1859-4A74-69FB-2C02-30529F703093}"/>
              </a:ext>
            </a:extLst>
          </p:cNvPr>
          <p:cNvSpPr/>
          <p:nvPr/>
        </p:nvSpPr>
        <p:spPr>
          <a:xfrm>
            <a:off x="5592355" y="1170949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Cronograma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7878857-3874-D183-C47F-002603D2C2B5}"/>
              </a:ext>
            </a:extLst>
          </p:cNvPr>
          <p:cNvGrpSpPr/>
          <p:nvPr/>
        </p:nvGrpSpPr>
        <p:grpSpPr>
          <a:xfrm>
            <a:off x="141610" y="2926532"/>
            <a:ext cx="1779670" cy="3141759"/>
            <a:chOff x="757661" y="3293122"/>
            <a:chExt cx="1779670" cy="3141759"/>
          </a:xfrm>
        </p:grpSpPr>
        <p:sp>
          <p:nvSpPr>
            <p:cNvPr id="33" name="Rectángulo: esquinas redondeadas 101">
              <a:extLst>
                <a:ext uri="{FF2B5EF4-FFF2-40B4-BE49-F238E27FC236}">
                  <a16:creationId xmlns:a16="http://schemas.microsoft.com/office/drawing/2014/main" id="{A0358C34-D75D-8D79-88AA-0800A934B1F2}"/>
                </a:ext>
              </a:extLst>
            </p:cNvPr>
            <p:cNvSpPr/>
            <p:nvPr/>
          </p:nvSpPr>
          <p:spPr>
            <a:xfrm>
              <a:off x="757661" y="3293122"/>
              <a:ext cx="1779670" cy="14963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s-PE" altLang="es-ES" sz="1000" b="1" dirty="0">
                  <a:solidFill>
                    <a:schemeClr val="tx1"/>
                  </a:solidFill>
                  <a:latin typeface="Flexo" pitchFamily="50" charset="0"/>
                </a:rPr>
                <a:t>Problemática:</a:t>
              </a:r>
            </a:p>
            <a:p>
              <a:pPr algn="ctr"/>
              <a:r>
                <a:rPr lang="es-PE" altLang="es-ES" sz="900" dirty="0">
                  <a:solidFill>
                    <a:schemeClr val="tx1"/>
                  </a:solidFill>
                  <a:latin typeface="Flexo" pitchFamily="50" charset="0"/>
                </a:rPr>
                <a:t>Nuevas definiciones de gobernanza sobre plataformas de seguridad con un enfoque centralizado / corporativo, para un enfoque de optimización en la operación y costos de plataformas de seguridad para el grupo corporativo</a:t>
              </a:r>
              <a:endParaRPr lang="es-PE" sz="900" dirty="0">
                <a:solidFill>
                  <a:schemeClr val="tx1"/>
                </a:solidFill>
                <a:latin typeface="Flexo"/>
                <a:cs typeface="Calibri"/>
              </a:endParaRPr>
            </a:p>
          </p:txBody>
        </p:sp>
        <p:sp>
          <p:nvSpPr>
            <p:cNvPr id="34" name="Rectángulo: esquinas redondeadas 101">
              <a:extLst>
                <a:ext uri="{FF2B5EF4-FFF2-40B4-BE49-F238E27FC236}">
                  <a16:creationId xmlns:a16="http://schemas.microsoft.com/office/drawing/2014/main" id="{3E898423-8A3F-E144-F04E-30041DE0E40B}"/>
                </a:ext>
              </a:extLst>
            </p:cNvPr>
            <p:cNvSpPr/>
            <p:nvPr/>
          </p:nvSpPr>
          <p:spPr>
            <a:xfrm>
              <a:off x="757661" y="4789505"/>
              <a:ext cx="1779670" cy="16453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s-PE" altLang="es-ES" sz="1000" b="1" dirty="0">
                  <a:solidFill>
                    <a:schemeClr val="tx1"/>
                  </a:solidFill>
                  <a:latin typeface="Flexo" pitchFamily="50" charset="0"/>
                </a:rPr>
                <a:t>Necesidad:</a:t>
              </a:r>
            </a:p>
            <a:p>
              <a:pPr algn="ctr"/>
              <a:r>
                <a:rPr lang="es-PE" altLang="es-ES" sz="1000" dirty="0">
                  <a:solidFill>
                    <a:schemeClr val="tx1"/>
                  </a:solidFill>
                  <a:latin typeface="Flexo" pitchFamily="50" charset="0"/>
                </a:rPr>
                <a:t>Definir una estrategia de estandarizaciones de plataformas de seguridad con fechas de contrato próximas a vencer, bajo un nuevo esquema de evaluación y estandarización corporativa</a:t>
              </a:r>
              <a:endParaRPr lang="es-PE" sz="1000" dirty="0">
                <a:solidFill>
                  <a:schemeClr val="tx1"/>
                </a:solidFill>
                <a:latin typeface="Flexo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847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 animBg="1"/>
      <p:bldP spid="55" grpId="0" animBg="1"/>
      <p:bldP spid="58" grpId="0" animBg="1"/>
      <p:bldP spid="65" grpId="0" animBg="1"/>
      <p:bldP spid="12" grpId="0" animBg="1"/>
      <p:bldP spid="24" grpId="0"/>
      <p:bldP spid="25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6B95-C114-3D54-CD0E-22A6CABA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217728CF-408D-28EA-8C9F-B9496B246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7" y="5889265"/>
            <a:ext cx="4394050" cy="9431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7A1181C-1547-E38C-428C-7AD8EF1CF8FF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FC1618-8DB4-64B8-8483-D7B0DD537715}"/>
              </a:ext>
            </a:extLst>
          </p:cNvPr>
          <p:cNvSpPr/>
          <p:nvPr/>
        </p:nvSpPr>
        <p:spPr>
          <a:xfrm>
            <a:off x="263702" y="220373"/>
            <a:ext cx="1166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Definición de Conceptos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8D2CA0F-32A0-D06E-06E9-6C3967159C7E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4F910E83-C271-4133-538A-5C169E04F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89972"/>
            <a:ext cx="4958524" cy="2788562"/>
          </a:xfrm>
          <a:prstGeom prst="rect">
            <a:avLst/>
          </a:prstGeom>
        </p:spPr>
      </p:pic>
      <p:sp>
        <p:nvSpPr>
          <p:cNvPr id="10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3E28EBFA-7035-3F7B-1E7C-C11711D629BA}"/>
              </a:ext>
            </a:extLst>
          </p:cNvPr>
          <p:cNvSpPr/>
          <p:nvPr/>
        </p:nvSpPr>
        <p:spPr>
          <a:xfrm>
            <a:off x="9511" y="2448540"/>
            <a:ext cx="1170838" cy="430885"/>
          </a:xfrm>
          <a:prstGeom prst="rect">
            <a:avLst/>
          </a:prstGeom>
          <a:solidFill>
            <a:srgbClr val="FFFCCF"/>
          </a:solidFill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One Page | Estándares</a:t>
            </a:r>
          </a:p>
        </p:txBody>
      </p:sp>
      <p:sp>
        <p:nvSpPr>
          <p:cNvPr id="11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629C8192-54ED-D500-F566-B288BDD67D5B}"/>
              </a:ext>
            </a:extLst>
          </p:cNvPr>
          <p:cNvSpPr/>
          <p:nvPr/>
        </p:nvSpPr>
        <p:spPr>
          <a:xfrm>
            <a:off x="1180349" y="2521926"/>
            <a:ext cx="3565459" cy="2616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Dominio &gt; Subdominio &gt; </a:t>
            </a:r>
            <a:r>
              <a:rPr lang="es-PE" sz="1100" b="1" dirty="0" err="1">
                <a:latin typeface="Flexo" pitchFamily="50" charset="0"/>
              </a:rPr>
              <a:t>capabilities</a:t>
            </a:r>
            <a:r>
              <a:rPr lang="es-PE" sz="1100" b="1" dirty="0">
                <a:latin typeface="Flexo" pitchFamily="50" charset="0"/>
              </a:rPr>
              <a:t> (estado)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D4576F7-7443-EBA3-862B-5E2B05C1C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726" y="3014959"/>
            <a:ext cx="5319125" cy="2301372"/>
          </a:xfrm>
          <a:prstGeom prst="rect">
            <a:avLst/>
          </a:prstGeom>
        </p:spPr>
      </p:pic>
      <p:sp>
        <p:nvSpPr>
          <p:cNvPr id="25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8775D3FE-C494-23AB-1CD5-C4CC019F2911}"/>
              </a:ext>
            </a:extLst>
          </p:cNvPr>
          <p:cNvSpPr/>
          <p:nvPr/>
        </p:nvSpPr>
        <p:spPr>
          <a:xfrm>
            <a:off x="5546463" y="2478018"/>
            <a:ext cx="1582732" cy="430885"/>
          </a:xfrm>
          <a:prstGeom prst="rect">
            <a:avLst/>
          </a:prstGeom>
          <a:solidFill>
            <a:srgbClr val="FFFCCF"/>
          </a:solidFill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Framework Robusto | Ciberseguridad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C4E3D52-5D1D-FB10-C8AC-505C9A772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2275" y="4096460"/>
            <a:ext cx="4423396" cy="2439740"/>
          </a:xfrm>
          <a:prstGeom prst="rect">
            <a:avLst/>
          </a:prstGeom>
        </p:spPr>
      </p:pic>
      <p:sp>
        <p:nvSpPr>
          <p:cNvPr id="28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DF1092FD-ADBB-EA4C-FC76-97542461D653}"/>
              </a:ext>
            </a:extLst>
          </p:cNvPr>
          <p:cNvSpPr/>
          <p:nvPr/>
        </p:nvSpPr>
        <p:spPr>
          <a:xfrm>
            <a:off x="7209447" y="2488934"/>
            <a:ext cx="3169105" cy="4308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Dominio |^| Tipos de Tecnologías según ciberseguridad</a:t>
            </a:r>
          </a:p>
        </p:txBody>
      </p:sp>
      <p:sp>
        <p:nvSpPr>
          <p:cNvPr id="29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2DB18DC7-884F-82EE-8EBE-C87FD4CCCACB}"/>
              </a:ext>
            </a:extLst>
          </p:cNvPr>
          <p:cNvSpPr/>
          <p:nvPr/>
        </p:nvSpPr>
        <p:spPr>
          <a:xfrm>
            <a:off x="10784746" y="2458917"/>
            <a:ext cx="1416216" cy="769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38" tIns="45719" rIns="91438" bIns="45719" rtlCol="0">
            <a:spAutoFit/>
          </a:bodyPr>
          <a:lstStyle/>
          <a:p>
            <a:r>
              <a:rPr lang="es-PE" sz="1100" b="1" dirty="0">
                <a:latin typeface="Flexo" pitchFamily="50" charset="0"/>
              </a:rPr>
              <a:t>Agrupamiento: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100" b="1" dirty="0">
                <a:latin typeface="Flexo" pitchFamily="50" charset="0"/>
              </a:rPr>
              <a:t>NIST CSF 2.0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100" b="1" dirty="0">
                <a:latin typeface="Flexo" pitchFamily="50" charset="0"/>
              </a:rPr>
              <a:t>Zero Trust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100" b="1" dirty="0">
                <a:latin typeface="Flexo" pitchFamily="50" charset="0"/>
              </a:rPr>
              <a:t>Tipo de Activo</a:t>
            </a:r>
          </a:p>
        </p:txBody>
      </p:sp>
      <p:sp>
        <p:nvSpPr>
          <p:cNvPr id="30" name="Distinto de 29">
            <a:extLst>
              <a:ext uri="{FF2B5EF4-FFF2-40B4-BE49-F238E27FC236}">
                <a16:creationId xmlns:a16="http://schemas.microsoft.com/office/drawing/2014/main" id="{50EC0E0E-941A-D76C-51E5-743B44936F50}"/>
              </a:ext>
            </a:extLst>
          </p:cNvPr>
          <p:cNvSpPr/>
          <p:nvPr/>
        </p:nvSpPr>
        <p:spPr>
          <a:xfrm>
            <a:off x="5044798" y="4165604"/>
            <a:ext cx="572654" cy="318515"/>
          </a:xfrm>
          <a:prstGeom prst="mathNotEqua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C8667DA1-7CDE-C939-DC1C-9F4F0D11B4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4799" y="5617440"/>
            <a:ext cx="2086266" cy="609685"/>
          </a:xfrm>
          <a:prstGeom prst="rect">
            <a:avLst/>
          </a:prstGeom>
        </p:spPr>
      </p:pic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E8B2F2E9-0016-A252-FDC4-D14496661242}"/>
              </a:ext>
            </a:extLst>
          </p:cNvPr>
          <p:cNvSpPr/>
          <p:nvPr/>
        </p:nvSpPr>
        <p:spPr>
          <a:xfrm rot="13742483">
            <a:off x="5796235" y="4645873"/>
            <a:ext cx="392274" cy="9947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Flecha: hacia abajo 36">
            <a:extLst>
              <a:ext uri="{FF2B5EF4-FFF2-40B4-BE49-F238E27FC236}">
                <a16:creationId xmlns:a16="http://schemas.microsoft.com/office/drawing/2014/main" id="{E9E41533-F1E6-8228-DB39-61A982678035}"/>
              </a:ext>
            </a:extLst>
          </p:cNvPr>
          <p:cNvSpPr/>
          <p:nvPr/>
        </p:nvSpPr>
        <p:spPr>
          <a:xfrm rot="1869736">
            <a:off x="4800795" y="2508502"/>
            <a:ext cx="392274" cy="5650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763F0D9-07B4-D75D-C624-6B6122909699}"/>
              </a:ext>
            </a:extLst>
          </p:cNvPr>
          <p:cNvGrpSpPr/>
          <p:nvPr/>
        </p:nvGrpSpPr>
        <p:grpSpPr>
          <a:xfrm>
            <a:off x="4600366" y="1920095"/>
            <a:ext cx="1495634" cy="656829"/>
            <a:chOff x="4600366" y="1920095"/>
            <a:chExt cx="1495634" cy="656829"/>
          </a:xfrm>
        </p:grpSpPr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CEDB9C31-9F18-B85F-C399-76E9E34D4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00366" y="1920095"/>
              <a:ext cx="1495634" cy="504895"/>
            </a:xfrm>
            <a:prstGeom prst="rect">
              <a:avLst/>
            </a:prstGeom>
          </p:spPr>
        </p:pic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35AEF13F-D4FB-42D1-786B-DF5B86DFC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11361" y="2352784"/>
              <a:ext cx="800006" cy="224140"/>
            </a:xfrm>
            <a:prstGeom prst="rect">
              <a:avLst/>
            </a:prstGeom>
          </p:spPr>
        </p:pic>
      </p:grp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CA459CED-68F1-8C37-F178-D71D2E0DA55F}"/>
              </a:ext>
            </a:extLst>
          </p:cNvPr>
          <p:cNvSpPr/>
          <p:nvPr/>
        </p:nvSpPr>
        <p:spPr>
          <a:xfrm>
            <a:off x="757661" y="1841774"/>
            <a:ext cx="6931166" cy="2122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42" name="Elipse 41">
            <a:hlinkClick r:id="" action="ppaction://noaction"/>
            <a:extLst>
              <a:ext uri="{FF2B5EF4-FFF2-40B4-BE49-F238E27FC236}">
                <a16:creationId xmlns:a16="http://schemas.microsoft.com/office/drawing/2014/main" id="{70D2EFD5-007E-F4EC-5D86-04DCFD1376D3}"/>
              </a:ext>
            </a:extLst>
          </p:cNvPr>
          <p:cNvSpPr/>
          <p:nvPr/>
        </p:nvSpPr>
        <p:spPr>
          <a:xfrm>
            <a:off x="4323753" y="1619589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3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43" name="Elipse 42">
            <a:hlinkClick r:id="" action="ppaction://noaction"/>
            <a:extLst>
              <a:ext uri="{FF2B5EF4-FFF2-40B4-BE49-F238E27FC236}">
                <a16:creationId xmlns:a16="http://schemas.microsoft.com/office/drawing/2014/main" id="{CCC0E9DE-AF03-9396-B362-E76C7225C93E}"/>
              </a:ext>
            </a:extLst>
          </p:cNvPr>
          <p:cNvSpPr/>
          <p:nvPr/>
        </p:nvSpPr>
        <p:spPr>
          <a:xfrm>
            <a:off x="1170326" y="1629114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1</a:t>
            </a:r>
          </a:p>
        </p:txBody>
      </p:sp>
      <p:sp>
        <p:nvSpPr>
          <p:cNvPr id="44" name="Elipse 43">
            <a:hlinkClick r:id="" action="ppaction://noaction"/>
            <a:extLst>
              <a:ext uri="{FF2B5EF4-FFF2-40B4-BE49-F238E27FC236}">
                <a16:creationId xmlns:a16="http://schemas.microsoft.com/office/drawing/2014/main" id="{0D2C0840-E41D-6244-BE82-549E0026340E}"/>
              </a:ext>
            </a:extLst>
          </p:cNvPr>
          <p:cNvSpPr/>
          <p:nvPr/>
        </p:nvSpPr>
        <p:spPr>
          <a:xfrm>
            <a:off x="2750338" y="1632850"/>
            <a:ext cx="697041" cy="6389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2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49" name="Rectángulo: esquinas redondeadas 102">
            <a:hlinkClick r:id="" action="ppaction://noaction"/>
            <a:extLst>
              <a:ext uri="{FF2B5EF4-FFF2-40B4-BE49-F238E27FC236}">
                <a16:creationId xmlns:a16="http://schemas.microsoft.com/office/drawing/2014/main" id="{AC1F9629-C680-178A-675D-6F9E915EECF6}"/>
              </a:ext>
            </a:extLst>
          </p:cNvPr>
          <p:cNvSpPr/>
          <p:nvPr/>
        </p:nvSpPr>
        <p:spPr>
          <a:xfrm>
            <a:off x="-21434" y="1765876"/>
            <a:ext cx="848868" cy="3639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b="1">
                <a:solidFill>
                  <a:schemeClr val="bg1"/>
                </a:solidFill>
              </a:rPr>
              <a:t>Actividades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50" name="Elipse 49">
            <a:hlinkClick r:id="" action="ppaction://noaction"/>
            <a:extLst>
              <a:ext uri="{FF2B5EF4-FFF2-40B4-BE49-F238E27FC236}">
                <a16:creationId xmlns:a16="http://schemas.microsoft.com/office/drawing/2014/main" id="{7C7D7F6C-8206-15C3-D774-9AABFA6C239F}"/>
              </a:ext>
            </a:extLst>
          </p:cNvPr>
          <p:cNvSpPr/>
          <p:nvPr/>
        </p:nvSpPr>
        <p:spPr>
          <a:xfrm>
            <a:off x="5930070" y="1606816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MX" sz="2700" b="1" dirty="0">
                <a:solidFill>
                  <a:schemeClr val="tx1"/>
                </a:solidFill>
                <a:latin typeface="Omnes Regular" panose="02000606040000020004" pitchFamily="50" charset="0"/>
              </a:rPr>
              <a:t>4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51" name="193 CuadroTexto">
            <a:extLst>
              <a:ext uri="{FF2B5EF4-FFF2-40B4-BE49-F238E27FC236}">
                <a16:creationId xmlns:a16="http://schemas.microsoft.com/office/drawing/2014/main" id="{7CEB7625-2241-1992-83D8-00AC0AA33D6E}"/>
              </a:ext>
            </a:extLst>
          </p:cNvPr>
          <p:cNvSpPr txBox="1"/>
          <p:nvPr/>
        </p:nvSpPr>
        <p:spPr>
          <a:xfrm>
            <a:off x="915256" y="1230499"/>
            <a:ext cx="1117823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>
            <a:defPPr>
              <a:defRPr lang="es-PE"/>
            </a:defPPr>
            <a:lvl1pPr algn="ctr">
              <a:defRPr b="1">
                <a:solidFill>
                  <a:schemeClr val="bg1">
                    <a:lumMod val="75000"/>
                  </a:schemeClr>
                </a:solidFill>
                <a:latin typeface="Flexo" pitchFamily="50" charset="0"/>
              </a:defRPr>
            </a:lvl1pPr>
          </a:lstStyle>
          <a:p>
            <a:r>
              <a:rPr lang="es-PE" sz="1100" dirty="0">
                <a:solidFill>
                  <a:schemeClr val="tx1"/>
                </a:solidFill>
              </a:rPr>
              <a:t>Contexto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ACBC342-E52E-5C35-1C0B-0AE2DE9D5FC9}"/>
              </a:ext>
            </a:extLst>
          </p:cNvPr>
          <p:cNvSpPr/>
          <p:nvPr/>
        </p:nvSpPr>
        <p:spPr>
          <a:xfrm>
            <a:off x="2472738" y="1136875"/>
            <a:ext cx="1193239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Definición de Conceptos</a:t>
            </a:r>
          </a:p>
        </p:txBody>
      </p:sp>
      <p:sp>
        <p:nvSpPr>
          <p:cNvPr id="56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8CC6D23B-ACA1-FF58-2141-245F76C436F4}"/>
              </a:ext>
            </a:extLst>
          </p:cNvPr>
          <p:cNvSpPr/>
          <p:nvPr/>
        </p:nvSpPr>
        <p:spPr>
          <a:xfrm>
            <a:off x="3915737" y="1098294"/>
            <a:ext cx="1513072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Homologación de conceptos</a:t>
            </a:r>
          </a:p>
        </p:txBody>
      </p:sp>
      <p:sp>
        <p:nvSpPr>
          <p:cNvPr id="59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BEF79662-DECE-BD4C-642C-BB15C6F1A7AF}"/>
              </a:ext>
            </a:extLst>
          </p:cNvPr>
          <p:cNvSpPr/>
          <p:nvPr/>
        </p:nvSpPr>
        <p:spPr>
          <a:xfrm>
            <a:off x="5592355" y="1170949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Cronograma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E39318D-7C20-75B9-00B5-C69164F34075}"/>
              </a:ext>
            </a:extLst>
          </p:cNvPr>
          <p:cNvCxnSpPr>
            <a:cxnSpLocks/>
          </p:cNvCxnSpPr>
          <p:nvPr/>
        </p:nvCxnSpPr>
        <p:spPr>
          <a:xfrm flipH="1">
            <a:off x="-31929" y="2281326"/>
            <a:ext cx="12223929" cy="0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69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5" grpId="0" animBg="1"/>
      <p:bldP spid="28" grpId="0" animBg="1"/>
      <p:bldP spid="29" grpId="0" animBg="1"/>
      <p:bldP spid="30" grpId="0" animBg="1"/>
      <p:bldP spid="34" grpId="0" animBg="1"/>
      <p:bldP spid="37" grpId="0" animBg="1"/>
      <p:bldP spid="41" grpId="0" animBg="1"/>
      <p:bldP spid="42" grpId="0" animBg="1"/>
      <p:bldP spid="43" grpId="0" animBg="1"/>
      <p:bldP spid="44" grpId="0" animBg="1"/>
      <p:bldP spid="49" grpId="0" animBg="1"/>
      <p:bldP spid="50" grpId="0" animBg="1"/>
      <p:bldP spid="51" grpId="0"/>
      <p:bldP spid="52" grpId="0"/>
      <p:bldP spid="56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7677-2F4A-8EF3-91AB-6AD577CB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8F8B9488-F532-BBA1-5F30-228A2A006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7" y="5889265"/>
            <a:ext cx="4394050" cy="9431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D582F41-DAD1-26FA-1A79-677895BAA29D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12D80B-4A0B-455F-0E68-0AE709B3C683}"/>
              </a:ext>
            </a:extLst>
          </p:cNvPr>
          <p:cNvSpPr/>
          <p:nvPr/>
        </p:nvSpPr>
        <p:spPr>
          <a:xfrm>
            <a:off x="263702" y="220373"/>
            <a:ext cx="1166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Homologación de conceptos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1473B06-1B1E-9534-4300-66702398696E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518CB1C-DA05-43E7-E537-9E3BA6E529FA}"/>
              </a:ext>
            </a:extLst>
          </p:cNvPr>
          <p:cNvCxnSpPr>
            <a:cxnSpLocks/>
          </p:cNvCxnSpPr>
          <p:nvPr/>
        </p:nvCxnSpPr>
        <p:spPr>
          <a:xfrm flipH="1">
            <a:off x="-31929" y="2281326"/>
            <a:ext cx="12223929" cy="0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F5A6D38-B673-9442-252E-93DA5C571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25516"/>
            <a:ext cx="12192000" cy="3447241"/>
          </a:xfrm>
          <a:prstGeom prst="rect">
            <a:avLst/>
          </a:prstGeom>
        </p:spPr>
      </p:pic>
      <p:sp>
        <p:nvSpPr>
          <p:cNvPr id="14" name="Abrir llave 13">
            <a:extLst>
              <a:ext uri="{FF2B5EF4-FFF2-40B4-BE49-F238E27FC236}">
                <a16:creationId xmlns:a16="http://schemas.microsoft.com/office/drawing/2014/main" id="{92E1A2A0-2ADF-BDA8-88D2-2ACFDF4E64FC}"/>
              </a:ext>
            </a:extLst>
          </p:cNvPr>
          <p:cNvSpPr/>
          <p:nvPr/>
        </p:nvSpPr>
        <p:spPr>
          <a:xfrm rot="5400000">
            <a:off x="3767015" y="-859433"/>
            <a:ext cx="283319" cy="756030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FA3C96C2-C9AA-0008-D1DE-BB0B64FE2D86}"/>
              </a:ext>
            </a:extLst>
          </p:cNvPr>
          <p:cNvSpPr/>
          <p:nvPr/>
        </p:nvSpPr>
        <p:spPr>
          <a:xfrm rot="5400000">
            <a:off x="9856566" y="787780"/>
            <a:ext cx="283319" cy="425768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B6BD2A82-F2F4-6BA3-4754-B8FA2A704915}"/>
              </a:ext>
            </a:extLst>
          </p:cNvPr>
          <p:cNvSpPr/>
          <p:nvPr/>
        </p:nvSpPr>
        <p:spPr>
          <a:xfrm>
            <a:off x="3330318" y="2502667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Prioridad I</a:t>
            </a:r>
          </a:p>
        </p:txBody>
      </p:sp>
      <p:sp>
        <p:nvSpPr>
          <p:cNvPr id="22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97A59DE3-B3FD-CE07-04B0-9D0ED8CB3885}"/>
              </a:ext>
            </a:extLst>
          </p:cNvPr>
          <p:cNvSpPr/>
          <p:nvPr/>
        </p:nvSpPr>
        <p:spPr>
          <a:xfrm>
            <a:off x="9117692" y="2468863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Prioridad II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9C26999-BF6E-2CEA-281A-57E00FE81165}"/>
              </a:ext>
            </a:extLst>
          </p:cNvPr>
          <p:cNvSpPr/>
          <p:nvPr/>
        </p:nvSpPr>
        <p:spPr>
          <a:xfrm>
            <a:off x="10092402" y="2035273"/>
            <a:ext cx="2099598" cy="785091"/>
          </a:xfrm>
          <a:prstGeom prst="roundRect">
            <a:avLst/>
          </a:prstGeom>
          <a:solidFill>
            <a:srgbClr val="FFFC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800" dirty="0">
                <a:solidFill>
                  <a:schemeClr val="tx1"/>
                </a:solidFill>
              </a:rPr>
              <a:t>Considerar otros atributos como: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800" dirty="0">
                <a:solidFill>
                  <a:schemeClr val="tx1"/>
                </a:solidFill>
              </a:rPr>
              <a:t>Fecha de vencimiento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800" dirty="0">
                <a:solidFill>
                  <a:schemeClr val="tx1"/>
                </a:solidFill>
              </a:rPr>
              <a:t>Dimensionamiento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800" dirty="0">
                <a:solidFill>
                  <a:schemeClr val="tx1"/>
                </a:solidFill>
              </a:rPr>
              <a:t>Esquema de licenciamiento / subscripcion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F958BE8-EDF9-B5F0-8968-381136BDDD57}"/>
              </a:ext>
            </a:extLst>
          </p:cNvPr>
          <p:cNvSpPr/>
          <p:nvPr/>
        </p:nvSpPr>
        <p:spPr>
          <a:xfrm>
            <a:off x="757661" y="1841774"/>
            <a:ext cx="6931166" cy="2122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3" name="Elipse 32">
            <a:hlinkClick r:id="" action="ppaction://noaction"/>
            <a:extLst>
              <a:ext uri="{FF2B5EF4-FFF2-40B4-BE49-F238E27FC236}">
                <a16:creationId xmlns:a16="http://schemas.microsoft.com/office/drawing/2014/main" id="{B90D540A-A09F-D34E-A9FD-F200586A0BEE}"/>
              </a:ext>
            </a:extLst>
          </p:cNvPr>
          <p:cNvSpPr/>
          <p:nvPr/>
        </p:nvSpPr>
        <p:spPr>
          <a:xfrm>
            <a:off x="4323753" y="1619589"/>
            <a:ext cx="697041" cy="6389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3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34" name="Elipse 33">
            <a:hlinkClick r:id="" action="ppaction://noaction"/>
            <a:extLst>
              <a:ext uri="{FF2B5EF4-FFF2-40B4-BE49-F238E27FC236}">
                <a16:creationId xmlns:a16="http://schemas.microsoft.com/office/drawing/2014/main" id="{15A09818-A0E8-0980-2DDE-27BE66FC4061}"/>
              </a:ext>
            </a:extLst>
          </p:cNvPr>
          <p:cNvSpPr/>
          <p:nvPr/>
        </p:nvSpPr>
        <p:spPr>
          <a:xfrm>
            <a:off x="1170326" y="1629114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1</a:t>
            </a:r>
          </a:p>
        </p:txBody>
      </p:sp>
      <p:sp>
        <p:nvSpPr>
          <p:cNvPr id="35" name="Elipse 34">
            <a:hlinkClick r:id="" action="ppaction://noaction"/>
            <a:extLst>
              <a:ext uri="{FF2B5EF4-FFF2-40B4-BE49-F238E27FC236}">
                <a16:creationId xmlns:a16="http://schemas.microsoft.com/office/drawing/2014/main" id="{F61285A8-E434-A6E7-85D3-E4FFC2D4E001}"/>
              </a:ext>
            </a:extLst>
          </p:cNvPr>
          <p:cNvSpPr/>
          <p:nvPr/>
        </p:nvSpPr>
        <p:spPr>
          <a:xfrm>
            <a:off x="2750338" y="1632850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2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36" name="Rectángulo: esquinas redondeadas 102">
            <a:hlinkClick r:id="" action="ppaction://noaction"/>
            <a:extLst>
              <a:ext uri="{FF2B5EF4-FFF2-40B4-BE49-F238E27FC236}">
                <a16:creationId xmlns:a16="http://schemas.microsoft.com/office/drawing/2014/main" id="{F75F8E53-6EC6-F989-D1F6-0CA7CB9D963B}"/>
              </a:ext>
            </a:extLst>
          </p:cNvPr>
          <p:cNvSpPr/>
          <p:nvPr/>
        </p:nvSpPr>
        <p:spPr>
          <a:xfrm>
            <a:off x="-21434" y="1765876"/>
            <a:ext cx="848868" cy="3639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b="1">
                <a:solidFill>
                  <a:schemeClr val="bg1"/>
                </a:solidFill>
              </a:rPr>
              <a:t>Actividades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37" name="Elipse 36">
            <a:hlinkClick r:id="" action="ppaction://noaction"/>
            <a:extLst>
              <a:ext uri="{FF2B5EF4-FFF2-40B4-BE49-F238E27FC236}">
                <a16:creationId xmlns:a16="http://schemas.microsoft.com/office/drawing/2014/main" id="{53EE2751-BC27-E05B-2AF1-C43BEA303726}"/>
              </a:ext>
            </a:extLst>
          </p:cNvPr>
          <p:cNvSpPr/>
          <p:nvPr/>
        </p:nvSpPr>
        <p:spPr>
          <a:xfrm>
            <a:off x="5930070" y="1606816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MX" sz="2700" b="1" dirty="0">
                <a:solidFill>
                  <a:schemeClr val="tx1"/>
                </a:solidFill>
                <a:latin typeface="Omnes Regular" panose="02000606040000020004" pitchFamily="50" charset="0"/>
              </a:rPr>
              <a:t>4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38" name="193 CuadroTexto">
            <a:extLst>
              <a:ext uri="{FF2B5EF4-FFF2-40B4-BE49-F238E27FC236}">
                <a16:creationId xmlns:a16="http://schemas.microsoft.com/office/drawing/2014/main" id="{5AB295CF-D89B-A8B1-A041-0BAA91F3448D}"/>
              </a:ext>
            </a:extLst>
          </p:cNvPr>
          <p:cNvSpPr txBox="1"/>
          <p:nvPr/>
        </p:nvSpPr>
        <p:spPr>
          <a:xfrm>
            <a:off x="915256" y="1230499"/>
            <a:ext cx="1117823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>
            <a:defPPr>
              <a:defRPr lang="es-PE"/>
            </a:defPPr>
            <a:lvl1pPr algn="ctr">
              <a:defRPr b="1">
                <a:solidFill>
                  <a:schemeClr val="bg1">
                    <a:lumMod val="75000"/>
                  </a:schemeClr>
                </a:solidFill>
                <a:latin typeface="Flexo" pitchFamily="50" charset="0"/>
              </a:defRPr>
            </a:lvl1pPr>
          </a:lstStyle>
          <a:p>
            <a:r>
              <a:rPr lang="es-PE" sz="1100" dirty="0">
                <a:solidFill>
                  <a:schemeClr val="tx1"/>
                </a:solidFill>
              </a:rPr>
              <a:t>Contexto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35F0211-93E2-7FE0-4F1D-0DEC586D2621}"/>
              </a:ext>
            </a:extLst>
          </p:cNvPr>
          <p:cNvSpPr/>
          <p:nvPr/>
        </p:nvSpPr>
        <p:spPr>
          <a:xfrm>
            <a:off x="2472738" y="1136875"/>
            <a:ext cx="1193239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Definición de Conceptos</a:t>
            </a:r>
          </a:p>
        </p:txBody>
      </p:sp>
      <p:sp>
        <p:nvSpPr>
          <p:cNvPr id="40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56A39359-5108-0760-B30F-98045D248559}"/>
              </a:ext>
            </a:extLst>
          </p:cNvPr>
          <p:cNvSpPr/>
          <p:nvPr/>
        </p:nvSpPr>
        <p:spPr>
          <a:xfrm>
            <a:off x="3915737" y="1098294"/>
            <a:ext cx="1513072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Homologación de conceptos</a:t>
            </a:r>
          </a:p>
        </p:txBody>
      </p:sp>
      <p:sp>
        <p:nvSpPr>
          <p:cNvPr id="41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246EAAEA-569C-8499-3AC3-F90B78C7AE9E}"/>
              </a:ext>
            </a:extLst>
          </p:cNvPr>
          <p:cNvSpPr/>
          <p:nvPr/>
        </p:nvSpPr>
        <p:spPr>
          <a:xfrm>
            <a:off x="5592355" y="1170949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336122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1" grpId="0"/>
      <p:bldP spid="22" grpId="0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n 119">
            <a:extLst>
              <a:ext uri="{FF2B5EF4-FFF2-40B4-BE49-F238E27FC236}">
                <a16:creationId xmlns:a16="http://schemas.microsoft.com/office/drawing/2014/main" id="{C5226753-C85D-86CA-D5FA-35212A1C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29" y="4550660"/>
            <a:ext cx="782903" cy="303813"/>
          </a:xfrm>
          <a:prstGeom prst="rect">
            <a:avLst/>
          </a:prstGeom>
        </p:spPr>
      </p:pic>
      <p:sp>
        <p:nvSpPr>
          <p:cNvPr id="4" name="Título 2">
            <a:extLst>
              <a:ext uri="{FF2B5EF4-FFF2-40B4-BE49-F238E27FC236}">
                <a16:creationId xmlns:a16="http://schemas.microsoft.com/office/drawing/2014/main" id="{BC2A408A-59AB-188C-17AB-48ED96D8940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8844405" cy="481262"/>
          </a:xfrm>
          <a:prstGeom prst="rect">
            <a:avLst/>
          </a:prstGeom>
        </p:spPr>
        <p:txBody>
          <a:bodyPr/>
          <a:lstStyle>
            <a:lvl1pPr algn="l" defTabSz="85716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49" b="1" i="1" kern="1200">
                <a:solidFill>
                  <a:srgbClr val="002D74"/>
                </a:solidFill>
                <a:latin typeface="Flexo" pitchFamily="50" charset="0"/>
                <a:ea typeface="+mj-ea"/>
                <a:cs typeface="+mj-cs"/>
              </a:defRPr>
            </a:lvl1pPr>
          </a:lstStyle>
          <a:p>
            <a:r>
              <a:rPr lang="es-PE" sz="3200"/>
              <a:t>Stack Tecnológico</a:t>
            </a:r>
            <a:endParaRPr lang="es-PE"/>
          </a:p>
        </p:txBody>
      </p:sp>
      <p:sp>
        <p:nvSpPr>
          <p:cNvPr id="5" name="TextBox 58">
            <a:extLst>
              <a:ext uri="{FF2B5EF4-FFF2-40B4-BE49-F238E27FC236}">
                <a16:creationId xmlns:a16="http://schemas.microsoft.com/office/drawing/2014/main" id="{DDEB559B-E7CE-EE19-C51C-A72375449033}"/>
              </a:ext>
            </a:extLst>
          </p:cNvPr>
          <p:cNvSpPr txBox="1"/>
          <p:nvPr/>
        </p:nvSpPr>
        <p:spPr>
          <a:xfrm>
            <a:off x="1652462" y="6452024"/>
            <a:ext cx="1057651" cy="369296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>
                <a:solidFill>
                  <a:prstClr val="black"/>
                </a:solidFill>
                <a:latin typeface="Flexo Medium"/>
              </a:rPr>
              <a:t>En</a:t>
            </a:r>
            <a:r>
              <a:rPr kumimoji="0" lang="es-P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s-PE" sz="1200">
                <a:solidFill>
                  <a:prstClr val="black"/>
                </a:solidFill>
                <a:latin typeface="Flexo Medium"/>
              </a:rPr>
              <a:t>Proceso</a:t>
            </a:r>
          </a:p>
        </p:txBody>
      </p:sp>
      <p:sp>
        <p:nvSpPr>
          <p:cNvPr id="6" name="TextBox 58">
            <a:extLst>
              <a:ext uri="{FF2B5EF4-FFF2-40B4-BE49-F238E27FC236}">
                <a16:creationId xmlns:a16="http://schemas.microsoft.com/office/drawing/2014/main" id="{8C2B7D5F-BD60-4918-48A1-3F6A7423149F}"/>
              </a:ext>
            </a:extLst>
          </p:cNvPr>
          <p:cNvSpPr txBox="1"/>
          <p:nvPr/>
        </p:nvSpPr>
        <p:spPr>
          <a:xfrm>
            <a:off x="297764" y="6460537"/>
            <a:ext cx="1340613" cy="369296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lexo Medium"/>
              </a:rPr>
              <a:t>Implementadas</a:t>
            </a:r>
          </a:p>
        </p:txBody>
      </p:sp>
      <p:sp>
        <p:nvSpPr>
          <p:cNvPr id="7" name="Oval 60">
            <a:extLst>
              <a:ext uri="{FF2B5EF4-FFF2-40B4-BE49-F238E27FC236}">
                <a16:creationId xmlns:a16="http://schemas.microsoft.com/office/drawing/2014/main" id="{D97205EF-6C8C-88B7-DE0D-CFA4E55101D8}"/>
              </a:ext>
            </a:extLst>
          </p:cNvPr>
          <p:cNvSpPr>
            <a:spLocks noChangeAspect="1"/>
          </p:cNvSpPr>
          <p:nvPr/>
        </p:nvSpPr>
        <p:spPr bwMode="auto">
          <a:xfrm>
            <a:off x="268237" y="6547633"/>
            <a:ext cx="172650" cy="172651"/>
          </a:xfrm>
          <a:prstGeom prst="ellipse">
            <a:avLst/>
          </a:prstGeom>
          <a:solidFill>
            <a:srgbClr val="6BA543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Oval 60">
            <a:extLst>
              <a:ext uri="{FF2B5EF4-FFF2-40B4-BE49-F238E27FC236}">
                <a16:creationId xmlns:a16="http://schemas.microsoft.com/office/drawing/2014/main" id="{9F399F55-1ABB-61ED-A319-62EA69751459}"/>
              </a:ext>
            </a:extLst>
          </p:cNvPr>
          <p:cNvSpPr>
            <a:spLocks noChangeAspect="1"/>
          </p:cNvSpPr>
          <p:nvPr/>
        </p:nvSpPr>
        <p:spPr bwMode="auto">
          <a:xfrm>
            <a:off x="1805881" y="6545834"/>
            <a:ext cx="172650" cy="172651"/>
          </a:xfrm>
          <a:prstGeom prst="ellipse">
            <a:avLst/>
          </a:prstGeom>
          <a:solidFill>
            <a:srgbClr val="FFFF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9" name="Oval 60">
            <a:extLst>
              <a:ext uri="{FF2B5EF4-FFF2-40B4-BE49-F238E27FC236}">
                <a16:creationId xmlns:a16="http://schemas.microsoft.com/office/drawing/2014/main" id="{6CB0CE03-4F01-EA23-0E61-F99312068E8E}"/>
              </a:ext>
            </a:extLst>
          </p:cNvPr>
          <p:cNvSpPr>
            <a:spLocks noChangeAspect="1"/>
          </p:cNvSpPr>
          <p:nvPr/>
        </p:nvSpPr>
        <p:spPr bwMode="auto">
          <a:xfrm>
            <a:off x="3447597" y="6552712"/>
            <a:ext cx="172650" cy="172651"/>
          </a:xfrm>
          <a:prstGeom prst="ellipse">
            <a:avLst/>
          </a:prstGeom>
          <a:solidFill>
            <a:srgbClr val="FF00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0" name="TextBox 58">
            <a:extLst>
              <a:ext uri="{FF2B5EF4-FFF2-40B4-BE49-F238E27FC236}">
                <a16:creationId xmlns:a16="http://schemas.microsoft.com/office/drawing/2014/main" id="{1C1AB2CA-9D46-FE46-C8E2-69FE30024DCD}"/>
              </a:ext>
            </a:extLst>
          </p:cNvPr>
          <p:cNvSpPr txBox="1"/>
          <p:nvPr/>
        </p:nvSpPr>
        <p:spPr>
          <a:xfrm>
            <a:off x="3549496" y="6463620"/>
            <a:ext cx="2027252" cy="369296"/>
          </a:xfrm>
          <a:prstGeom prst="rect">
            <a:avLst/>
          </a:prstGeom>
          <a:noFill/>
        </p:spPr>
        <p:txBody>
          <a:bodyPr wrap="square" lIns="182843" tIns="91422" rIns="182843" bIns="91422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>
                <a:solidFill>
                  <a:prstClr val="black"/>
                </a:solidFill>
                <a:latin typeface="Flexo Medium"/>
              </a:rPr>
              <a:t>Backlog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F608063-7F4E-7D58-00D3-0F912BDE6436}"/>
              </a:ext>
            </a:extLst>
          </p:cNvPr>
          <p:cNvSpPr/>
          <p:nvPr/>
        </p:nvSpPr>
        <p:spPr>
          <a:xfrm>
            <a:off x="11450468" y="5791578"/>
            <a:ext cx="442194" cy="41292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8E14DC7-1098-10AE-F199-B6AC001AC66C}"/>
              </a:ext>
            </a:extLst>
          </p:cNvPr>
          <p:cNvSpPr/>
          <p:nvPr/>
        </p:nvSpPr>
        <p:spPr>
          <a:xfrm>
            <a:off x="7704857" y="5780732"/>
            <a:ext cx="442194" cy="41292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275A313-7D30-6362-702D-22439B01C437}"/>
              </a:ext>
            </a:extLst>
          </p:cNvPr>
          <p:cNvSpPr/>
          <p:nvPr/>
        </p:nvSpPr>
        <p:spPr>
          <a:xfrm>
            <a:off x="4721517" y="5815315"/>
            <a:ext cx="442194" cy="4129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76AC76B-291C-4FF6-682E-40D3C5EDE093}"/>
              </a:ext>
            </a:extLst>
          </p:cNvPr>
          <p:cNvSpPr/>
          <p:nvPr/>
        </p:nvSpPr>
        <p:spPr>
          <a:xfrm>
            <a:off x="1682963" y="5829165"/>
            <a:ext cx="442194" cy="41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F50B3E5-E568-4DF7-9B38-08BFCF378056}"/>
              </a:ext>
            </a:extLst>
          </p:cNvPr>
          <p:cNvCxnSpPr>
            <a:cxnSpLocks/>
          </p:cNvCxnSpPr>
          <p:nvPr/>
        </p:nvCxnSpPr>
        <p:spPr>
          <a:xfrm>
            <a:off x="286071" y="5756900"/>
            <a:ext cx="11588682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F3E9E86-E8BB-4B2C-48C6-851263BF3A07}"/>
              </a:ext>
            </a:extLst>
          </p:cNvPr>
          <p:cNvSpPr txBox="1"/>
          <p:nvPr/>
        </p:nvSpPr>
        <p:spPr>
          <a:xfrm>
            <a:off x="1471690" y="6271897"/>
            <a:ext cx="102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rgbClr val="00B0F0"/>
                </a:solidFill>
                <a:latin typeface="Calibri" panose="020F0502020204030204"/>
                <a:cs typeface="+mn-cs"/>
              </a:rPr>
              <a:t>IDENTIFICAR</a:t>
            </a:r>
            <a:endParaRPr lang="es-PE" sz="1920" b="1">
              <a:solidFill>
                <a:srgbClr val="00B0F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6EE79C2-F4DC-FCA5-6C69-28497C7BA9F4}"/>
              </a:ext>
            </a:extLst>
          </p:cNvPr>
          <p:cNvSpPr txBox="1"/>
          <p:nvPr/>
        </p:nvSpPr>
        <p:spPr>
          <a:xfrm>
            <a:off x="4527685" y="6279240"/>
            <a:ext cx="9010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rgbClr val="FFC000"/>
                </a:solidFill>
                <a:latin typeface="Calibri" panose="020F0502020204030204"/>
                <a:cs typeface="+mn-cs"/>
              </a:rPr>
              <a:t>PROTEGER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7BE772D-33AE-9EDA-402A-7097E43E80A4}"/>
              </a:ext>
            </a:extLst>
          </p:cNvPr>
          <p:cNvSpPr txBox="1"/>
          <p:nvPr/>
        </p:nvSpPr>
        <p:spPr>
          <a:xfrm>
            <a:off x="7532512" y="6256481"/>
            <a:ext cx="839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chemeClr val="accent6"/>
                </a:solidFill>
                <a:latin typeface="Calibri" panose="020F0502020204030204"/>
                <a:cs typeface="+mn-cs"/>
              </a:rPr>
              <a:t>DETECTAR</a:t>
            </a:r>
            <a:endParaRPr lang="es-PE" sz="1920" b="1">
              <a:solidFill>
                <a:schemeClr val="accent6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815495-C4F0-659E-94F2-08F873BF70C8}"/>
              </a:ext>
            </a:extLst>
          </p:cNvPr>
          <p:cNvSpPr txBox="1"/>
          <p:nvPr/>
        </p:nvSpPr>
        <p:spPr>
          <a:xfrm>
            <a:off x="9632610" y="6269738"/>
            <a:ext cx="102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/>
                <a:cs typeface="+mn-cs"/>
              </a:rPr>
              <a:t>RESPONDER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D4B05CF-6CDD-F977-ADAE-89B64E2831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63" t="9432" r="12946" b="10384"/>
          <a:stretch/>
        </p:blipFill>
        <p:spPr>
          <a:xfrm>
            <a:off x="330196" y="5014575"/>
            <a:ext cx="408667" cy="431214"/>
          </a:xfrm>
          <a:prstGeom prst="ellipse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F78DD3B-52FC-BAC5-2DC4-A9D63B781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73" y="3919944"/>
            <a:ext cx="597477" cy="42075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A3E3598-7442-D804-F6C5-F1518CF686F3}"/>
              </a:ext>
            </a:extLst>
          </p:cNvPr>
          <p:cNvSpPr txBox="1"/>
          <p:nvPr/>
        </p:nvSpPr>
        <p:spPr>
          <a:xfrm>
            <a:off x="229469" y="5123025"/>
            <a:ext cx="651871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920" dirty="0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600" dirty="0">
                <a:solidFill>
                  <a:prstClr val="black"/>
                </a:solidFill>
                <a:latin typeface="Calibri" panose="020F0502020204030204"/>
                <a:cs typeface="+mn-cs"/>
              </a:rPr>
              <a:t>Data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0D3387A-145B-F133-F9ED-66B3BA2A7AD2}"/>
              </a:ext>
            </a:extLst>
          </p:cNvPr>
          <p:cNvSpPr txBox="1"/>
          <p:nvPr/>
        </p:nvSpPr>
        <p:spPr>
          <a:xfrm>
            <a:off x="42682" y="4388510"/>
            <a:ext cx="963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defTabSz="975482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r>
              <a:rPr lang="es-PE" sz="1400"/>
              <a:t>Identidad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324EE6E-40CD-C571-6081-C8A176F4CD22}"/>
              </a:ext>
            </a:extLst>
          </p:cNvPr>
          <p:cNvSpPr txBox="1"/>
          <p:nvPr/>
        </p:nvSpPr>
        <p:spPr>
          <a:xfrm>
            <a:off x="9584" y="3313388"/>
            <a:ext cx="1091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>
                <a:solidFill>
                  <a:prstClr val="black"/>
                </a:solidFill>
                <a:latin typeface="Calibri" panose="020F0502020204030204"/>
                <a:cs typeface="+mn-cs"/>
              </a:rPr>
              <a:t>Aplicación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3073DB5-2C97-F9C7-B9DB-B9E7AD0D73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168" t="16353" r="64193" b="68542"/>
          <a:stretch/>
        </p:blipFill>
        <p:spPr>
          <a:xfrm>
            <a:off x="316186" y="2335151"/>
            <a:ext cx="359743" cy="388895"/>
          </a:xfrm>
          <a:prstGeom prst="ellipse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B5CBE90C-DF40-94F5-9A8F-A74A8128D72B}"/>
              </a:ext>
            </a:extLst>
          </p:cNvPr>
          <p:cNvSpPr txBox="1"/>
          <p:nvPr/>
        </p:nvSpPr>
        <p:spPr>
          <a:xfrm>
            <a:off x="59329" y="2478509"/>
            <a:ext cx="1126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 err="1">
                <a:solidFill>
                  <a:prstClr val="black"/>
                </a:solidFill>
                <a:latin typeface="Calibri" panose="020F0502020204030204"/>
                <a:cs typeface="+mn-cs"/>
              </a:rPr>
              <a:t>Endpoint</a:t>
            </a:r>
            <a:endParaRPr lang="es-PE" sz="140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6703C16-3A7F-DD9B-9CE9-35CD4661D9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083" t="40317" r="14533" b="44199"/>
          <a:stretch/>
        </p:blipFill>
        <p:spPr>
          <a:xfrm>
            <a:off x="347884" y="1327263"/>
            <a:ext cx="366915" cy="382224"/>
          </a:xfrm>
          <a:prstGeom prst="ellipse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B3ADA2DF-E7A1-4698-D684-1A4B83BA674D}"/>
              </a:ext>
            </a:extLst>
          </p:cNvPr>
          <p:cNvSpPr txBox="1"/>
          <p:nvPr/>
        </p:nvSpPr>
        <p:spPr>
          <a:xfrm>
            <a:off x="142862" y="1463013"/>
            <a:ext cx="864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>
                <a:solidFill>
                  <a:prstClr val="black"/>
                </a:solidFill>
                <a:latin typeface="Calibri" panose="020F0502020204030204"/>
                <a:cs typeface="+mn-cs"/>
              </a:rPr>
              <a:t>Network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688155D8-C2EF-579C-8F0F-91432D5FE45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447"/>
          <a:stretch/>
        </p:blipFill>
        <p:spPr>
          <a:xfrm>
            <a:off x="109733" y="532512"/>
            <a:ext cx="852428" cy="37379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D2C20CA1-D8B1-32EA-FEDA-04BC26BA7989}"/>
              </a:ext>
            </a:extLst>
          </p:cNvPr>
          <p:cNvSpPr txBox="1"/>
          <p:nvPr/>
        </p:nvSpPr>
        <p:spPr>
          <a:xfrm>
            <a:off x="165677" y="521383"/>
            <a:ext cx="869164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920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>
                <a:solidFill>
                  <a:prstClr val="black"/>
                </a:solidFill>
                <a:latin typeface="Calibri" panose="020F0502020204030204"/>
                <a:cs typeface="+mn-cs"/>
              </a:rPr>
              <a:t>Internet</a:t>
            </a:r>
            <a:endParaRPr lang="es-PE" sz="192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52BB4C8-9173-3A1D-0923-6E12C2EDFE8A}"/>
              </a:ext>
            </a:extLst>
          </p:cNvPr>
          <p:cNvCxnSpPr>
            <a:cxnSpLocks/>
          </p:cNvCxnSpPr>
          <p:nvPr/>
        </p:nvCxnSpPr>
        <p:spPr>
          <a:xfrm>
            <a:off x="177800" y="1123003"/>
            <a:ext cx="11620753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CB7BF56B-71DD-C133-9484-8D87A228DA24}"/>
              </a:ext>
            </a:extLst>
          </p:cNvPr>
          <p:cNvCxnSpPr>
            <a:cxnSpLocks/>
          </p:cNvCxnSpPr>
          <p:nvPr/>
        </p:nvCxnSpPr>
        <p:spPr>
          <a:xfrm>
            <a:off x="363978" y="2147637"/>
            <a:ext cx="11434575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A65075B-F027-121D-8AEE-0842A6A80F2B}"/>
              </a:ext>
            </a:extLst>
          </p:cNvPr>
          <p:cNvCxnSpPr>
            <a:cxnSpLocks/>
          </p:cNvCxnSpPr>
          <p:nvPr/>
        </p:nvCxnSpPr>
        <p:spPr>
          <a:xfrm>
            <a:off x="334444" y="3101833"/>
            <a:ext cx="11464109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AA5890BB-D3A3-9217-B572-E2343EBC30D2}"/>
              </a:ext>
            </a:extLst>
          </p:cNvPr>
          <p:cNvCxnSpPr>
            <a:cxnSpLocks/>
          </p:cNvCxnSpPr>
          <p:nvPr/>
        </p:nvCxnSpPr>
        <p:spPr>
          <a:xfrm flipV="1">
            <a:off x="363978" y="3840014"/>
            <a:ext cx="11510775" cy="2198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3D0DC481-CFB6-B579-ACC8-531F5914C9D4}"/>
              </a:ext>
            </a:extLst>
          </p:cNvPr>
          <p:cNvCxnSpPr>
            <a:cxnSpLocks/>
          </p:cNvCxnSpPr>
          <p:nvPr/>
        </p:nvCxnSpPr>
        <p:spPr>
          <a:xfrm>
            <a:off x="363978" y="4879236"/>
            <a:ext cx="11510775" cy="14769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C197122C-847E-F9C5-890E-F1A14D40222C}"/>
              </a:ext>
            </a:extLst>
          </p:cNvPr>
          <p:cNvSpPr/>
          <p:nvPr/>
        </p:nvSpPr>
        <p:spPr>
          <a:xfrm>
            <a:off x="1271335" y="5059668"/>
            <a:ext cx="550265" cy="53918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AIP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F73E018-7434-33E7-6FED-887587ADC8E5}"/>
              </a:ext>
            </a:extLst>
          </p:cNvPr>
          <p:cNvSpPr/>
          <p:nvPr/>
        </p:nvSpPr>
        <p:spPr>
          <a:xfrm>
            <a:off x="3735650" y="4994828"/>
            <a:ext cx="717698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HDLP 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29AA9B46-E031-3B7B-D810-F490ED8787CE}"/>
              </a:ext>
            </a:extLst>
          </p:cNvPr>
          <p:cNvSpPr/>
          <p:nvPr/>
        </p:nvSpPr>
        <p:spPr>
          <a:xfrm>
            <a:off x="7275206" y="5029483"/>
            <a:ext cx="717698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DAM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3D7F7975-F26F-9B50-EE61-5EC26B5102C0}"/>
              </a:ext>
            </a:extLst>
          </p:cNvPr>
          <p:cNvSpPr/>
          <p:nvPr/>
        </p:nvSpPr>
        <p:spPr>
          <a:xfrm>
            <a:off x="1129030" y="2310672"/>
            <a:ext cx="668296" cy="59136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EMM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77D12F7A-A066-0113-D0A4-DEAF2FB4B45E}"/>
              </a:ext>
            </a:extLst>
          </p:cNvPr>
          <p:cNvSpPr/>
          <p:nvPr/>
        </p:nvSpPr>
        <p:spPr>
          <a:xfrm>
            <a:off x="10471396" y="1257639"/>
            <a:ext cx="699779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XDR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14F30529-7AA0-CF3B-E86D-89C45905D5B7}"/>
              </a:ext>
            </a:extLst>
          </p:cNvPr>
          <p:cNvSpPr/>
          <p:nvPr/>
        </p:nvSpPr>
        <p:spPr>
          <a:xfrm>
            <a:off x="377191" y="6219053"/>
            <a:ext cx="11659487" cy="88010"/>
          </a:xfrm>
          <a:prstGeom prst="round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92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93E83CE7-17D3-F6B0-622E-B00C81CB0005}"/>
              </a:ext>
            </a:extLst>
          </p:cNvPr>
          <p:cNvCxnSpPr/>
          <p:nvPr/>
        </p:nvCxnSpPr>
        <p:spPr>
          <a:xfrm flipV="1">
            <a:off x="4794229" y="5958782"/>
            <a:ext cx="350359" cy="906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4B5BD20B-B842-AEF7-5767-9F5973D02E51}"/>
              </a:ext>
            </a:extLst>
          </p:cNvPr>
          <p:cNvSpPr txBox="1"/>
          <p:nvPr/>
        </p:nvSpPr>
        <p:spPr>
          <a:xfrm>
            <a:off x="11209158" y="6269738"/>
            <a:ext cx="98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>
                <a:solidFill>
                  <a:srgbClr val="7030A0"/>
                </a:solidFill>
                <a:latin typeface="Calibri" panose="020F0502020204030204"/>
                <a:cs typeface="+mn-cs"/>
              </a:rPr>
              <a:t>RECUPERAR</a:t>
            </a:r>
            <a:endParaRPr lang="es-PE" sz="1920" b="1">
              <a:solidFill>
                <a:srgbClr val="7030A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CD405F3E-DE11-0564-C440-0B0FAA7906ED}"/>
              </a:ext>
            </a:extLst>
          </p:cNvPr>
          <p:cNvSpPr/>
          <p:nvPr/>
        </p:nvSpPr>
        <p:spPr>
          <a:xfrm>
            <a:off x="2090598" y="2306556"/>
            <a:ext cx="604236" cy="609093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endParaRPr lang="es-PE" sz="1100" b="1" kern="0">
              <a:latin typeface="Calibri" panose="020F0502020204030204"/>
            </a:endParaRPr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BE9CEE5F-B811-368E-674B-F53B92290BD9}"/>
              </a:ext>
            </a:extLst>
          </p:cNvPr>
          <p:cNvSpPr/>
          <p:nvPr/>
        </p:nvSpPr>
        <p:spPr>
          <a:xfrm>
            <a:off x="2523849" y="502883"/>
            <a:ext cx="576319" cy="557646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99E4DC92-C787-60AA-0E59-84D3CA967C60}"/>
              </a:ext>
            </a:extLst>
          </p:cNvPr>
          <p:cNvSpPr/>
          <p:nvPr/>
        </p:nvSpPr>
        <p:spPr>
          <a:xfrm>
            <a:off x="1788172" y="1298364"/>
            <a:ext cx="603068" cy="529142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ACS</a:t>
            </a:r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0CA3A29D-AE49-07B7-36AD-86E151567C21}"/>
              </a:ext>
            </a:extLst>
          </p:cNvPr>
          <p:cNvSpPr/>
          <p:nvPr/>
        </p:nvSpPr>
        <p:spPr>
          <a:xfrm>
            <a:off x="1519611" y="520015"/>
            <a:ext cx="674969" cy="551398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00" kern="0">
                <a:latin typeface="Calibri" panose="020F0502020204030204"/>
              </a:rPr>
              <a:t>CASB</a:t>
            </a:r>
          </a:p>
        </p:txBody>
      </p:sp>
      <p:pic>
        <p:nvPicPr>
          <p:cNvPr id="147" name="Imagen 146">
            <a:extLst>
              <a:ext uri="{FF2B5EF4-FFF2-40B4-BE49-F238E27FC236}">
                <a16:creationId xmlns:a16="http://schemas.microsoft.com/office/drawing/2014/main" id="{92A11AA8-A5C4-42B9-9F97-E654EF1E750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941" t="19062" r="6864" b="18138"/>
          <a:stretch/>
        </p:blipFill>
        <p:spPr>
          <a:xfrm>
            <a:off x="286071" y="3168409"/>
            <a:ext cx="419971" cy="378316"/>
          </a:xfrm>
          <a:prstGeom prst="ellipse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F27B395E-CABF-61A3-B0C3-677CD7F7E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264" y="5823492"/>
            <a:ext cx="373592" cy="432496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B039894A-A3A7-F2FF-B9EC-284B86FED89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0110" t="3307" r="10900" b="5807"/>
          <a:stretch/>
        </p:blipFill>
        <p:spPr>
          <a:xfrm>
            <a:off x="4749298" y="5842940"/>
            <a:ext cx="386632" cy="339853"/>
          </a:xfrm>
          <a:prstGeom prst="ellipse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01AA2471-FC5D-F06E-3721-06CC8265CFD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1841" t="8839" r="10759" b="13253"/>
          <a:stretch/>
        </p:blipFill>
        <p:spPr>
          <a:xfrm>
            <a:off x="7792195" y="5828850"/>
            <a:ext cx="288246" cy="245555"/>
          </a:xfrm>
          <a:prstGeom prst="triangle">
            <a:avLst/>
          </a:prstGeom>
        </p:spPr>
      </p:pic>
      <p:sp>
        <p:nvSpPr>
          <p:cNvPr id="153" name="Elipse 152">
            <a:extLst>
              <a:ext uri="{FF2B5EF4-FFF2-40B4-BE49-F238E27FC236}">
                <a16:creationId xmlns:a16="http://schemas.microsoft.com/office/drawing/2014/main" id="{599B9CB0-1941-7412-B5AA-2CADA5D9BE3B}"/>
              </a:ext>
            </a:extLst>
          </p:cNvPr>
          <p:cNvSpPr/>
          <p:nvPr/>
        </p:nvSpPr>
        <p:spPr>
          <a:xfrm>
            <a:off x="9924149" y="5798066"/>
            <a:ext cx="442194" cy="4129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54" name="Imagen 153">
            <a:extLst>
              <a:ext uri="{FF2B5EF4-FFF2-40B4-BE49-F238E27FC236}">
                <a16:creationId xmlns:a16="http://schemas.microsoft.com/office/drawing/2014/main" id="{119E4F83-3975-7D11-B336-7669D501CE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6528" y="5846555"/>
            <a:ext cx="267327" cy="317937"/>
          </a:xfrm>
          <a:prstGeom prst="ellipse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92227F8C-A19B-5676-7F67-1B6DA302C9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0711" y="5821087"/>
            <a:ext cx="361706" cy="361706"/>
          </a:xfrm>
          <a:prstGeom prst="ellipse">
            <a:avLst/>
          </a:prstGeom>
        </p:spPr>
      </p:pic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3CE9E3F5-8700-C992-85A6-45DE7A947967}"/>
              </a:ext>
            </a:extLst>
          </p:cNvPr>
          <p:cNvCxnSpPr>
            <a:cxnSpLocks/>
          </p:cNvCxnSpPr>
          <p:nvPr/>
        </p:nvCxnSpPr>
        <p:spPr>
          <a:xfrm flipV="1">
            <a:off x="3655586" y="591196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46CC8064-EBE1-78E4-237F-165C9831A8B7}"/>
              </a:ext>
            </a:extLst>
          </p:cNvPr>
          <p:cNvCxnSpPr>
            <a:cxnSpLocks/>
          </p:cNvCxnSpPr>
          <p:nvPr/>
        </p:nvCxnSpPr>
        <p:spPr>
          <a:xfrm flipV="1">
            <a:off x="7141608" y="614079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181" name="Elipse 180">
            <a:extLst>
              <a:ext uri="{FF2B5EF4-FFF2-40B4-BE49-F238E27FC236}">
                <a16:creationId xmlns:a16="http://schemas.microsoft.com/office/drawing/2014/main" id="{3C900F19-672A-9424-B739-46493A9B6A2F}"/>
              </a:ext>
            </a:extLst>
          </p:cNvPr>
          <p:cNvSpPr/>
          <p:nvPr/>
        </p:nvSpPr>
        <p:spPr>
          <a:xfrm>
            <a:off x="2013015" y="5067962"/>
            <a:ext cx="550265" cy="53918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endParaRPr lang="es-PE" sz="1000" kern="0">
              <a:latin typeface="Calibri" panose="020F0502020204030204"/>
            </a:endParaRP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0EACC12B-BBE7-9DD9-EA9D-70E5A920EF79}"/>
              </a:ext>
            </a:extLst>
          </p:cNvPr>
          <p:cNvSpPr txBox="1"/>
          <p:nvPr/>
        </p:nvSpPr>
        <p:spPr>
          <a:xfrm>
            <a:off x="2013015" y="5137499"/>
            <a:ext cx="564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/>
              <a:t>PKI </a:t>
            </a:r>
          </a:p>
          <a:p>
            <a:pPr algn="ctr"/>
            <a:r>
              <a:rPr lang="es-MX" sz="1000"/>
              <a:t>Interna</a:t>
            </a:r>
            <a:endParaRPr lang="es-PE" sz="1000"/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0AB9B9EF-DAE8-AADE-F1B3-472013E70899}"/>
              </a:ext>
            </a:extLst>
          </p:cNvPr>
          <p:cNvSpPr txBox="1"/>
          <p:nvPr/>
        </p:nvSpPr>
        <p:spPr>
          <a:xfrm>
            <a:off x="2023699" y="2451263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/>
              <a:t>Hardening</a:t>
            </a:r>
          </a:p>
          <a:p>
            <a:pPr algn="ctr"/>
            <a:r>
              <a:rPr lang="es-MX" sz="1000"/>
              <a:t>Server</a:t>
            </a:r>
            <a:endParaRPr lang="es-PE" sz="1000"/>
          </a:p>
        </p:txBody>
      </p: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F863E96A-5773-0D7F-1BC5-F86891D4EB79}"/>
              </a:ext>
            </a:extLst>
          </p:cNvPr>
          <p:cNvSpPr txBox="1"/>
          <p:nvPr/>
        </p:nvSpPr>
        <p:spPr>
          <a:xfrm>
            <a:off x="2577898" y="677301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/>
              <a:t>SSPM</a:t>
            </a:r>
            <a:endParaRPr lang="es-PE" sz="1000"/>
          </a:p>
        </p:txBody>
      </p:sp>
      <p:grpSp>
        <p:nvGrpSpPr>
          <p:cNvPr id="255" name="Grupo 254">
            <a:extLst>
              <a:ext uri="{FF2B5EF4-FFF2-40B4-BE49-F238E27FC236}">
                <a16:creationId xmlns:a16="http://schemas.microsoft.com/office/drawing/2014/main" id="{5BC065E5-8860-B464-D3F3-260C51092A8D}"/>
              </a:ext>
            </a:extLst>
          </p:cNvPr>
          <p:cNvGrpSpPr/>
          <p:nvPr/>
        </p:nvGrpSpPr>
        <p:grpSpPr>
          <a:xfrm>
            <a:off x="3715118" y="2244688"/>
            <a:ext cx="861133" cy="638263"/>
            <a:chOff x="3932726" y="2329005"/>
            <a:chExt cx="861133" cy="638263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2E5B0545-7333-9D9F-E25D-8836BC07143E}"/>
                </a:ext>
              </a:extLst>
            </p:cNvPr>
            <p:cNvSpPr/>
            <p:nvPr/>
          </p:nvSpPr>
          <p:spPr>
            <a:xfrm>
              <a:off x="3996351" y="2329005"/>
              <a:ext cx="717698" cy="638263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187" name="CuadroTexto 186">
              <a:extLst>
                <a:ext uri="{FF2B5EF4-FFF2-40B4-BE49-F238E27FC236}">
                  <a16:creationId xmlns:a16="http://schemas.microsoft.com/office/drawing/2014/main" id="{031C032B-DC2D-27F1-ECA8-3305AC986502}"/>
                </a:ext>
              </a:extLst>
            </p:cNvPr>
            <p:cNvSpPr txBox="1"/>
            <p:nvPr/>
          </p:nvSpPr>
          <p:spPr>
            <a:xfrm>
              <a:off x="3932726" y="2497089"/>
              <a:ext cx="8611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1000"/>
                <a:t>Encriptacion </a:t>
              </a:r>
            </a:p>
            <a:p>
              <a:pPr algn="ctr"/>
              <a:r>
                <a:rPr lang="es-MX" sz="1000"/>
                <a:t>Disco</a:t>
              </a:r>
              <a:endParaRPr lang="es-PE" sz="1000"/>
            </a:p>
          </p:txBody>
        </p:sp>
      </p:grpSp>
      <p:sp>
        <p:nvSpPr>
          <p:cNvPr id="188" name="Elipse 187">
            <a:extLst>
              <a:ext uri="{FF2B5EF4-FFF2-40B4-BE49-F238E27FC236}">
                <a16:creationId xmlns:a16="http://schemas.microsoft.com/office/drawing/2014/main" id="{6A85B6BE-05CA-A7B6-EEB3-CA9EADE2FE0D}"/>
              </a:ext>
            </a:extLst>
          </p:cNvPr>
          <p:cNvSpPr/>
          <p:nvPr/>
        </p:nvSpPr>
        <p:spPr>
          <a:xfrm>
            <a:off x="4512457" y="5002320"/>
            <a:ext cx="717698" cy="638263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endParaRPr lang="es-PE" sz="1000" kern="0">
              <a:latin typeface="Calibri" panose="020F0502020204030204"/>
            </a:endParaRPr>
          </a:p>
        </p:txBody>
      </p: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26644BEF-345F-8A0A-F265-38DED8AF2C2D}"/>
              </a:ext>
            </a:extLst>
          </p:cNvPr>
          <p:cNvSpPr txBox="1"/>
          <p:nvPr/>
        </p:nvSpPr>
        <p:spPr>
          <a:xfrm>
            <a:off x="4483975" y="5109243"/>
            <a:ext cx="7600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Data Wiping </a:t>
            </a:r>
          </a:p>
        </p:txBody>
      </p:sp>
      <p:sp>
        <p:nvSpPr>
          <p:cNvPr id="191" name="Elipse 190">
            <a:extLst>
              <a:ext uri="{FF2B5EF4-FFF2-40B4-BE49-F238E27FC236}">
                <a16:creationId xmlns:a16="http://schemas.microsoft.com/office/drawing/2014/main" id="{DA48E9C2-B227-2A54-6029-44F4EA407DCB}"/>
              </a:ext>
            </a:extLst>
          </p:cNvPr>
          <p:cNvSpPr/>
          <p:nvPr/>
        </p:nvSpPr>
        <p:spPr>
          <a:xfrm>
            <a:off x="7300703" y="478977"/>
            <a:ext cx="649579" cy="551398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00" kern="0">
                <a:latin typeface="Calibri" panose="020F0502020204030204"/>
              </a:rPr>
              <a:t>CASB</a:t>
            </a:r>
          </a:p>
        </p:txBody>
      </p: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D025FF2F-8133-FE19-C410-2BA22C85D113}"/>
              </a:ext>
            </a:extLst>
          </p:cNvPr>
          <p:cNvCxnSpPr>
            <a:cxnSpLocks/>
          </p:cNvCxnSpPr>
          <p:nvPr/>
        </p:nvCxnSpPr>
        <p:spPr>
          <a:xfrm flipV="1">
            <a:off x="9724560" y="574214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487FA3D1-D082-AB9E-C28A-B4216BF0A862}"/>
              </a:ext>
            </a:extLst>
          </p:cNvPr>
          <p:cNvCxnSpPr>
            <a:cxnSpLocks/>
          </p:cNvCxnSpPr>
          <p:nvPr/>
        </p:nvCxnSpPr>
        <p:spPr>
          <a:xfrm flipV="1">
            <a:off x="11247781" y="703981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194" name="Elipse 193">
            <a:extLst>
              <a:ext uri="{FF2B5EF4-FFF2-40B4-BE49-F238E27FC236}">
                <a16:creationId xmlns:a16="http://schemas.microsoft.com/office/drawing/2014/main" id="{3F77E36B-72C8-0FB4-F766-211441444754}"/>
              </a:ext>
            </a:extLst>
          </p:cNvPr>
          <p:cNvSpPr/>
          <p:nvPr/>
        </p:nvSpPr>
        <p:spPr>
          <a:xfrm>
            <a:off x="5309432" y="5013615"/>
            <a:ext cx="717698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FIM</a:t>
            </a:r>
          </a:p>
        </p:txBody>
      </p: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9625B916-ED6F-FEBD-91ED-4D4EE8D36EFD}"/>
              </a:ext>
            </a:extLst>
          </p:cNvPr>
          <p:cNvGrpSpPr/>
          <p:nvPr/>
        </p:nvGrpSpPr>
        <p:grpSpPr>
          <a:xfrm>
            <a:off x="5058456" y="3892642"/>
            <a:ext cx="576319" cy="557646"/>
            <a:chOff x="3744132" y="-860623"/>
            <a:chExt cx="576319" cy="557646"/>
          </a:xfrm>
        </p:grpSpPr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CE5AF795-01B0-0921-7115-42C46D176FC4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197" name="CuadroTexto 196">
              <a:extLst>
                <a:ext uri="{FF2B5EF4-FFF2-40B4-BE49-F238E27FC236}">
                  <a16:creationId xmlns:a16="http://schemas.microsoft.com/office/drawing/2014/main" id="{93BFEF07-6F3F-C3EF-6DB2-CD8B1A2EDFEC}"/>
                </a:ext>
              </a:extLst>
            </p:cNvPr>
            <p:cNvSpPr txBox="1"/>
            <p:nvPr/>
          </p:nvSpPr>
          <p:spPr>
            <a:xfrm>
              <a:off x="3823829" y="-686205"/>
              <a:ext cx="426720" cy="246221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MFA</a:t>
              </a:r>
              <a:endParaRPr lang="es-PE"/>
            </a:p>
          </p:txBody>
        </p:sp>
      </p:grpSp>
      <p:sp>
        <p:nvSpPr>
          <p:cNvPr id="199" name="Elipse 198">
            <a:extLst>
              <a:ext uri="{FF2B5EF4-FFF2-40B4-BE49-F238E27FC236}">
                <a16:creationId xmlns:a16="http://schemas.microsoft.com/office/drawing/2014/main" id="{D9C9AE94-148C-5267-10B6-5E0C56DDD7B0}"/>
              </a:ext>
            </a:extLst>
          </p:cNvPr>
          <p:cNvSpPr/>
          <p:nvPr/>
        </p:nvSpPr>
        <p:spPr>
          <a:xfrm>
            <a:off x="9825713" y="4033439"/>
            <a:ext cx="699779" cy="638263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100" b="1" kern="0">
                <a:latin typeface="Calibri" panose="020F0502020204030204"/>
              </a:rPr>
              <a:t>IGA</a:t>
            </a:r>
          </a:p>
        </p:txBody>
      </p: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4B88B3D9-BD33-8DA7-3487-652524AFFA55}"/>
              </a:ext>
            </a:extLst>
          </p:cNvPr>
          <p:cNvGrpSpPr/>
          <p:nvPr/>
        </p:nvGrpSpPr>
        <p:grpSpPr>
          <a:xfrm>
            <a:off x="3689566" y="3888080"/>
            <a:ext cx="580921" cy="557646"/>
            <a:chOff x="3744132" y="-860623"/>
            <a:chExt cx="580921" cy="557646"/>
          </a:xfrm>
        </p:grpSpPr>
        <p:sp>
          <p:nvSpPr>
            <p:cNvPr id="207" name="Elipse 206">
              <a:extLst>
                <a:ext uri="{FF2B5EF4-FFF2-40B4-BE49-F238E27FC236}">
                  <a16:creationId xmlns:a16="http://schemas.microsoft.com/office/drawing/2014/main" id="{F7E8CD8A-CF6E-230E-6A45-3A2441DBFDBA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08" name="CuadroTexto 207">
              <a:extLst>
                <a:ext uri="{FF2B5EF4-FFF2-40B4-BE49-F238E27FC236}">
                  <a16:creationId xmlns:a16="http://schemas.microsoft.com/office/drawing/2014/main" id="{0012D48D-A2EE-B78C-9E0D-043D8E7CFD02}"/>
                </a:ext>
              </a:extLst>
            </p:cNvPr>
            <p:cNvSpPr txBox="1"/>
            <p:nvPr/>
          </p:nvSpPr>
          <p:spPr>
            <a:xfrm>
              <a:off x="3763375" y="-686205"/>
              <a:ext cx="561678" cy="253652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PAM</a:t>
              </a:r>
              <a:endParaRPr lang="es-PE"/>
            </a:p>
          </p:txBody>
        </p:sp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722B4C54-6C2A-BBE1-122D-B8C632141162}"/>
              </a:ext>
            </a:extLst>
          </p:cNvPr>
          <p:cNvGrpSpPr/>
          <p:nvPr/>
        </p:nvGrpSpPr>
        <p:grpSpPr>
          <a:xfrm>
            <a:off x="4424461" y="3887758"/>
            <a:ext cx="576319" cy="557646"/>
            <a:chOff x="3744132" y="-860623"/>
            <a:chExt cx="576319" cy="557646"/>
          </a:xfrm>
        </p:grpSpPr>
        <p:sp>
          <p:nvSpPr>
            <p:cNvPr id="210" name="Elipse 209">
              <a:extLst>
                <a:ext uri="{FF2B5EF4-FFF2-40B4-BE49-F238E27FC236}">
                  <a16:creationId xmlns:a16="http://schemas.microsoft.com/office/drawing/2014/main" id="{19CBA87F-01CC-7229-37D0-61389BF4548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11" name="CuadroTexto 210">
              <a:extLst>
                <a:ext uri="{FF2B5EF4-FFF2-40B4-BE49-F238E27FC236}">
                  <a16:creationId xmlns:a16="http://schemas.microsoft.com/office/drawing/2014/main" id="{CEF91583-6523-4EB7-AF4B-7FC3A5EA7E1A}"/>
                </a:ext>
              </a:extLst>
            </p:cNvPr>
            <p:cNvSpPr txBox="1"/>
            <p:nvPr/>
          </p:nvSpPr>
          <p:spPr>
            <a:xfrm>
              <a:off x="3823829" y="-686205"/>
              <a:ext cx="426720" cy="246221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PIM</a:t>
              </a:r>
              <a:endParaRPr lang="es-PE"/>
            </a:p>
          </p:txBody>
        </p: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C41BA9CF-9B21-DD08-E9EF-A9DCDB644168}"/>
              </a:ext>
            </a:extLst>
          </p:cNvPr>
          <p:cNvGrpSpPr/>
          <p:nvPr/>
        </p:nvGrpSpPr>
        <p:grpSpPr>
          <a:xfrm>
            <a:off x="5845625" y="3949914"/>
            <a:ext cx="829427" cy="557646"/>
            <a:chOff x="3622899" y="-860623"/>
            <a:chExt cx="829427" cy="557646"/>
          </a:xfrm>
        </p:grpSpPr>
        <p:sp>
          <p:nvSpPr>
            <p:cNvPr id="213" name="Elipse 212">
              <a:extLst>
                <a:ext uri="{FF2B5EF4-FFF2-40B4-BE49-F238E27FC236}">
                  <a16:creationId xmlns:a16="http://schemas.microsoft.com/office/drawing/2014/main" id="{79F4000F-189A-7B97-CB80-1434000E79C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C3CA2037-20E0-B85A-F513-819FD6CA5A1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 dirty="0"/>
                <a:t>Biometría</a:t>
              </a:r>
              <a:endParaRPr lang="es-PE" dirty="0"/>
            </a:p>
          </p:txBody>
        </p: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A9AC09B1-EFAC-375F-7350-A0D0FC1BAD94}"/>
              </a:ext>
            </a:extLst>
          </p:cNvPr>
          <p:cNvGrpSpPr/>
          <p:nvPr/>
        </p:nvGrpSpPr>
        <p:grpSpPr>
          <a:xfrm>
            <a:off x="3964625" y="4367687"/>
            <a:ext cx="829427" cy="557646"/>
            <a:chOff x="3622899" y="-860623"/>
            <a:chExt cx="829427" cy="557646"/>
          </a:xfrm>
        </p:grpSpPr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D0223B9C-B71D-C82D-D039-0583F1F30F5D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17" name="CuadroTexto 216">
              <a:extLst>
                <a:ext uri="{FF2B5EF4-FFF2-40B4-BE49-F238E27FC236}">
                  <a16:creationId xmlns:a16="http://schemas.microsoft.com/office/drawing/2014/main" id="{5ADA3595-6620-70A8-BA2F-FA82E1FED513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UBA</a:t>
              </a:r>
              <a:endParaRPr lang="es-PE"/>
            </a:p>
          </p:txBody>
        </p:sp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8D598222-07B5-412B-B0D7-BBC567C06B01}"/>
              </a:ext>
            </a:extLst>
          </p:cNvPr>
          <p:cNvGrpSpPr/>
          <p:nvPr/>
        </p:nvGrpSpPr>
        <p:grpSpPr>
          <a:xfrm>
            <a:off x="5346615" y="4339640"/>
            <a:ext cx="829427" cy="557646"/>
            <a:chOff x="3612403" y="-860623"/>
            <a:chExt cx="829427" cy="557646"/>
          </a:xfrm>
        </p:grpSpPr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01073F03-B094-F49C-27FB-3B81F872BE9B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20" name="CuadroTexto 219">
              <a:extLst>
                <a:ext uri="{FF2B5EF4-FFF2-40B4-BE49-F238E27FC236}">
                  <a16:creationId xmlns:a16="http://schemas.microsoft.com/office/drawing/2014/main" id="{396CA1BA-9A6F-C2BD-9EAB-618698F3B88A}"/>
                </a:ext>
              </a:extLst>
            </p:cNvPr>
            <p:cNvSpPr txBox="1"/>
            <p:nvPr/>
          </p:nvSpPr>
          <p:spPr>
            <a:xfrm>
              <a:off x="3612403" y="-752262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Protec. AD</a:t>
              </a:r>
              <a:endParaRPr lang="es-PE"/>
            </a:p>
          </p:txBody>
        </p:sp>
      </p:grpSp>
      <p:sp>
        <p:nvSpPr>
          <p:cNvPr id="221" name="Elipse 220">
            <a:extLst>
              <a:ext uri="{FF2B5EF4-FFF2-40B4-BE49-F238E27FC236}">
                <a16:creationId xmlns:a16="http://schemas.microsoft.com/office/drawing/2014/main" id="{64807EA7-7EAC-0CCA-71F5-11F350948BF6}"/>
              </a:ext>
            </a:extLst>
          </p:cNvPr>
          <p:cNvSpPr/>
          <p:nvPr/>
        </p:nvSpPr>
        <p:spPr>
          <a:xfrm>
            <a:off x="1171392" y="3202702"/>
            <a:ext cx="550265" cy="53918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SCA</a:t>
            </a:r>
          </a:p>
        </p:txBody>
      </p: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EE7C7C18-F5B2-8038-84CB-2188274B4151}"/>
              </a:ext>
            </a:extLst>
          </p:cNvPr>
          <p:cNvGrpSpPr/>
          <p:nvPr/>
        </p:nvGrpSpPr>
        <p:grpSpPr>
          <a:xfrm>
            <a:off x="3616243" y="3161124"/>
            <a:ext cx="829427" cy="557646"/>
            <a:chOff x="3622899" y="-860623"/>
            <a:chExt cx="829427" cy="557646"/>
          </a:xfrm>
        </p:grpSpPr>
        <p:sp>
          <p:nvSpPr>
            <p:cNvPr id="223" name="Elipse 222">
              <a:extLst>
                <a:ext uri="{FF2B5EF4-FFF2-40B4-BE49-F238E27FC236}">
                  <a16:creationId xmlns:a16="http://schemas.microsoft.com/office/drawing/2014/main" id="{58CC335D-361D-27B7-00FF-A3ADF0B11F44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24" name="CuadroTexto 223">
              <a:extLst>
                <a:ext uri="{FF2B5EF4-FFF2-40B4-BE49-F238E27FC236}">
                  <a16:creationId xmlns:a16="http://schemas.microsoft.com/office/drawing/2014/main" id="{32725CDE-7A0D-AE93-55F1-09C36C0DF90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HSM</a:t>
              </a:r>
              <a:endParaRPr lang="es-PE"/>
            </a:p>
          </p:txBody>
        </p:sp>
      </p:grp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FC029E4E-89DC-5C80-F5E5-281D262204DC}"/>
              </a:ext>
            </a:extLst>
          </p:cNvPr>
          <p:cNvGrpSpPr/>
          <p:nvPr/>
        </p:nvGrpSpPr>
        <p:grpSpPr>
          <a:xfrm>
            <a:off x="1675054" y="3204077"/>
            <a:ext cx="829427" cy="557646"/>
            <a:chOff x="3622899" y="-860623"/>
            <a:chExt cx="829427" cy="557646"/>
          </a:xfrm>
        </p:grpSpPr>
        <p:sp>
          <p:nvSpPr>
            <p:cNvPr id="226" name="Elipse 225">
              <a:extLst>
                <a:ext uri="{FF2B5EF4-FFF2-40B4-BE49-F238E27FC236}">
                  <a16:creationId xmlns:a16="http://schemas.microsoft.com/office/drawing/2014/main" id="{B7FC4357-FFEA-C9F5-38AF-BF221F26343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27" name="CuadroTexto 226">
              <a:extLst>
                <a:ext uri="{FF2B5EF4-FFF2-40B4-BE49-F238E27FC236}">
                  <a16:creationId xmlns:a16="http://schemas.microsoft.com/office/drawing/2014/main" id="{BCD72ABB-F457-A1C1-9F80-A3A083A4BE1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SAST / </a:t>
              </a:r>
            </a:p>
            <a:p>
              <a:r>
                <a:rPr lang="es-MX"/>
                <a:t>DAST</a:t>
              </a:r>
              <a:endParaRPr lang="es-PE"/>
            </a:p>
          </p:txBody>
        </p:sp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99A3C614-6B9F-048E-4E14-E432EE379C34}"/>
              </a:ext>
            </a:extLst>
          </p:cNvPr>
          <p:cNvGrpSpPr/>
          <p:nvPr/>
        </p:nvGrpSpPr>
        <p:grpSpPr>
          <a:xfrm>
            <a:off x="7120855" y="3164395"/>
            <a:ext cx="829427" cy="557646"/>
            <a:chOff x="3622899" y="-860623"/>
            <a:chExt cx="829427" cy="557646"/>
          </a:xfrm>
        </p:grpSpPr>
        <p:sp>
          <p:nvSpPr>
            <p:cNvPr id="229" name="Elipse 228">
              <a:extLst>
                <a:ext uri="{FF2B5EF4-FFF2-40B4-BE49-F238E27FC236}">
                  <a16:creationId xmlns:a16="http://schemas.microsoft.com/office/drawing/2014/main" id="{D882CF76-D3F6-ED0A-3F56-28C7D85E328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0" name="CuadroTexto 229">
              <a:extLst>
                <a:ext uri="{FF2B5EF4-FFF2-40B4-BE49-F238E27FC236}">
                  <a16:creationId xmlns:a16="http://schemas.microsoft.com/office/drawing/2014/main" id="{69A4BADE-E3AF-25E2-918A-E54302C24599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IAST / </a:t>
              </a:r>
            </a:p>
            <a:p>
              <a:r>
                <a:rPr lang="es-MX"/>
                <a:t>RASP</a:t>
              </a:r>
              <a:endParaRPr lang="es-PE"/>
            </a:p>
          </p:txBody>
        </p:sp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A26625D5-A666-A5E1-2D11-729BEEBADA78}"/>
              </a:ext>
            </a:extLst>
          </p:cNvPr>
          <p:cNvGrpSpPr/>
          <p:nvPr/>
        </p:nvGrpSpPr>
        <p:grpSpPr>
          <a:xfrm>
            <a:off x="4284527" y="3168409"/>
            <a:ext cx="829427" cy="557646"/>
            <a:chOff x="3622899" y="-860623"/>
            <a:chExt cx="829427" cy="557646"/>
          </a:xfrm>
        </p:grpSpPr>
        <p:sp>
          <p:nvSpPr>
            <p:cNvPr id="232" name="Elipse 231">
              <a:extLst>
                <a:ext uri="{FF2B5EF4-FFF2-40B4-BE49-F238E27FC236}">
                  <a16:creationId xmlns:a16="http://schemas.microsoft.com/office/drawing/2014/main" id="{963D1133-A8E2-3E59-5DD6-60EB48455112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3" name="CuadroTexto 232">
              <a:extLst>
                <a:ext uri="{FF2B5EF4-FFF2-40B4-BE49-F238E27FC236}">
                  <a16:creationId xmlns:a16="http://schemas.microsoft.com/office/drawing/2014/main" id="{17C97E2C-53E8-51B1-C667-7F9B1492BCD2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API </a:t>
              </a:r>
            </a:p>
            <a:p>
              <a:r>
                <a:rPr lang="es-MX"/>
                <a:t>Security</a:t>
              </a:r>
              <a:endParaRPr lang="es-PE"/>
            </a:p>
          </p:txBody>
        </p:sp>
      </p:grpSp>
      <p:grpSp>
        <p:nvGrpSpPr>
          <p:cNvPr id="234" name="Grupo 233">
            <a:extLst>
              <a:ext uri="{FF2B5EF4-FFF2-40B4-BE49-F238E27FC236}">
                <a16:creationId xmlns:a16="http://schemas.microsoft.com/office/drawing/2014/main" id="{25085D7F-C13E-7AEB-0C7E-D88A63395115}"/>
              </a:ext>
            </a:extLst>
          </p:cNvPr>
          <p:cNvGrpSpPr/>
          <p:nvPr/>
        </p:nvGrpSpPr>
        <p:grpSpPr>
          <a:xfrm>
            <a:off x="7788536" y="3160652"/>
            <a:ext cx="829427" cy="557646"/>
            <a:chOff x="3622899" y="-860623"/>
            <a:chExt cx="829427" cy="557646"/>
          </a:xfrm>
        </p:grpSpPr>
        <p:sp>
          <p:nvSpPr>
            <p:cNvPr id="235" name="Elipse 234">
              <a:extLst>
                <a:ext uri="{FF2B5EF4-FFF2-40B4-BE49-F238E27FC236}">
                  <a16:creationId xmlns:a16="http://schemas.microsoft.com/office/drawing/2014/main" id="{C4EA8F8D-CAFD-8DCF-A4AA-1CB8B6AF1EC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6" name="CuadroTexto 235">
              <a:extLst>
                <a:ext uri="{FF2B5EF4-FFF2-40B4-BE49-F238E27FC236}">
                  <a16:creationId xmlns:a16="http://schemas.microsoft.com/office/drawing/2014/main" id="{120A1D43-0777-B9DA-5EDA-DD3FEED47FC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CWPP</a:t>
              </a:r>
              <a:endParaRPr lang="es-PE"/>
            </a:p>
          </p:txBody>
        </p:sp>
      </p:grpSp>
      <p:grpSp>
        <p:nvGrpSpPr>
          <p:cNvPr id="237" name="Grupo 236">
            <a:extLst>
              <a:ext uri="{FF2B5EF4-FFF2-40B4-BE49-F238E27FC236}">
                <a16:creationId xmlns:a16="http://schemas.microsoft.com/office/drawing/2014/main" id="{9EFF741D-0B9A-EDC8-A54B-2D0B13D130CC}"/>
              </a:ext>
            </a:extLst>
          </p:cNvPr>
          <p:cNvGrpSpPr/>
          <p:nvPr/>
        </p:nvGrpSpPr>
        <p:grpSpPr>
          <a:xfrm>
            <a:off x="2261985" y="3217617"/>
            <a:ext cx="829427" cy="557646"/>
            <a:chOff x="3622899" y="-860623"/>
            <a:chExt cx="829427" cy="557646"/>
          </a:xfrm>
        </p:grpSpPr>
        <p:sp>
          <p:nvSpPr>
            <p:cNvPr id="238" name="Elipse 237">
              <a:extLst>
                <a:ext uri="{FF2B5EF4-FFF2-40B4-BE49-F238E27FC236}">
                  <a16:creationId xmlns:a16="http://schemas.microsoft.com/office/drawing/2014/main" id="{D7315FB1-22DB-36B6-778D-BED435168436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9" name="CuadroTexto 238">
              <a:extLst>
                <a:ext uri="{FF2B5EF4-FFF2-40B4-BE49-F238E27FC236}">
                  <a16:creationId xmlns:a16="http://schemas.microsoft.com/office/drawing/2014/main" id="{16FBDED8-F236-D390-317F-CB7F0F6CABEA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CSPM</a:t>
              </a:r>
              <a:endParaRPr lang="es-PE"/>
            </a:p>
          </p:txBody>
        </p: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AAFF7249-A5A6-CFD6-F319-5E90D0651BB8}"/>
              </a:ext>
            </a:extLst>
          </p:cNvPr>
          <p:cNvGrpSpPr/>
          <p:nvPr/>
        </p:nvGrpSpPr>
        <p:grpSpPr>
          <a:xfrm>
            <a:off x="4917397" y="3177103"/>
            <a:ext cx="829427" cy="557646"/>
            <a:chOff x="3622899" y="-860623"/>
            <a:chExt cx="829427" cy="557646"/>
          </a:xfrm>
        </p:grpSpPr>
        <p:sp>
          <p:nvSpPr>
            <p:cNvPr id="241" name="Elipse 240">
              <a:extLst>
                <a:ext uri="{FF2B5EF4-FFF2-40B4-BE49-F238E27FC236}">
                  <a16:creationId xmlns:a16="http://schemas.microsoft.com/office/drawing/2014/main" id="{565BDE00-A8A1-983C-4F44-C88FEF51BC5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42" name="CuadroTexto 241">
              <a:extLst>
                <a:ext uri="{FF2B5EF4-FFF2-40B4-BE49-F238E27FC236}">
                  <a16:creationId xmlns:a16="http://schemas.microsoft.com/office/drawing/2014/main" id="{17DCFE5B-F340-8248-6CAE-E2D5877D6C65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Ofuscación</a:t>
              </a:r>
              <a:endParaRPr lang="es-PE"/>
            </a:p>
          </p:txBody>
        </p:sp>
      </p:grpSp>
      <p:grpSp>
        <p:nvGrpSpPr>
          <p:cNvPr id="243" name="Grupo 242">
            <a:extLst>
              <a:ext uri="{FF2B5EF4-FFF2-40B4-BE49-F238E27FC236}">
                <a16:creationId xmlns:a16="http://schemas.microsoft.com/office/drawing/2014/main" id="{CD2B8F14-4918-555D-EF1D-936B33990CBB}"/>
              </a:ext>
            </a:extLst>
          </p:cNvPr>
          <p:cNvGrpSpPr/>
          <p:nvPr/>
        </p:nvGrpSpPr>
        <p:grpSpPr>
          <a:xfrm>
            <a:off x="2876587" y="3214336"/>
            <a:ext cx="829427" cy="557646"/>
            <a:chOff x="3622899" y="-860623"/>
            <a:chExt cx="829427" cy="557646"/>
          </a:xfrm>
        </p:grpSpPr>
        <p:sp>
          <p:nvSpPr>
            <p:cNvPr id="244" name="Elipse 243">
              <a:extLst>
                <a:ext uri="{FF2B5EF4-FFF2-40B4-BE49-F238E27FC236}">
                  <a16:creationId xmlns:a16="http://schemas.microsoft.com/office/drawing/2014/main" id="{7C708A47-ECA1-2AFE-A053-0E20A4C3D08E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45" name="CuadroTexto 244">
              <a:extLst>
                <a:ext uri="{FF2B5EF4-FFF2-40B4-BE49-F238E27FC236}">
                  <a16:creationId xmlns:a16="http://schemas.microsoft.com/office/drawing/2014/main" id="{6F162C60-DB09-F28D-A1F7-6BA9F64F28F2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PKI</a:t>
              </a:r>
            </a:p>
            <a:p>
              <a:r>
                <a:rPr lang="es-MX"/>
                <a:t>Externa</a:t>
              </a:r>
              <a:endParaRPr lang="es-PE"/>
            </a:p>
          </p:txBody>
        </p:sp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37EE2DBC-46DA-027A-7406-D2BEB756642C}"/>
              </a:ext>
            </a:extLst>
          </p:cNvPr>
          <p:cNvGrpSpPr/>
          <p:nvPr/>
        </p:nvGrpSpPr>
        <p:grpSpPr>
          <a:xfrm>
            <a:off x="3614137" y="1129416"/>
            <a:ext cx="829427" cy="557646"/>
            <a:chOff x="3622899" y="-860623"/>
            <a:chExt cx="829427" cy="557646"/>
          </a:xfrm>
        </p:grpSpPr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FA1CC5E1-C427-E457-C2B5-6CBA5EF5FD52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48" name="CuadroTexto 247">
              <a:extLst>
                <a:ext uri="{FF2B5EF4-FFF2-40B4-BE49-F238E27FC236}">
                  <a16:creationId xmlns:a16="http://schemas.microsoft.com/office/drawing/2014/main" id="{D2A7B8CB-268E-9A19-1527-EEEAF470A41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WAF</a:t>
              </a:r>
              <a:endParaRPr lang="es-PE"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CECBECC9-A396-BB45-C019-0DA42C4E3E3C}"/>
              </a:ext>
            </a:extLst>
          </p:cNvPr>
          <p:cNvGrpSpPr/>
          <p:nvPr/>
        </p:nvGrpSpPr>
        <p:grpSpPr>
          <a:xfrm>
            <a:off x="5136008" y="2283446"/>
            <a:ext cx="829427" cy="557646"/>
            <a:chOff x="3622899" y="-860623"/>
            <a:chExt cx="829427" cy="557646"/>
          </a:xfrm>
        </p:grpSpPr>
        <p:sp>
          <p:nvSpPr>
            <p:cNvPr id="250" name="Elipse 249">
              <a:extLst>
                <a:ext uri="{FF2B5EF4-FFF2-40B4-BE49-F238E27FC236}">
                  <a16:creationId xmlns:a16="http://schemas.microsoft.com/office/drawing/2014/main" id="{9BE7513F-B98B-1190-E42B-78F808FAB1E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51" name="CuadroTexto 250">
              <a:extLst>
                <a:ext uri="{FF2B5EF4-FFF2-40B4-BE49-F238E27FC236}">
                  <a16:creationId xmlns:a16="http://schemas.microsoft.com/office/drawing/2014/main" id="{EA287DDD-E7FA-6CE5-E90B-BF04484E8689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Device</a:t>
              </a:r>
            </a:p>
            <a:p>
              <a:r>
                <a:rPr lang="es-MX"/>
                <a:t>Control</a:t>
              </a:r>
              <a:endParaRPr lang="es-PE"/>
            </a:p>
          </p:txBody>
        </p:sp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75FBA474-D645-643A-B5D3-395DD00C2B2B}"/>
              </a:ext>
            </a:extLst>
          </p:cNvPr>
          <p:cNvGrpSpPr/>
          <p:nvPr/>
        </p:nvGrpSpPr>
        <p:grpSpPr>
          <a:xfrm>
            <a:off x="4459076" y="2278545"/>
            <a:ext cx="829427" cy="557646"/>
            <a:chOff x="3622899" y="-860623"/>
            <a:chExt cx="829427" cy="557646"/>
          </a:xfrm>
        </p:grpSpPr>
        <p:sp>
          <p:nvSpPr>
            <p:cNvPr id="253" name="Elipse 252">
              <a:extLst>
                <a:ext uri="{FF2B5EF4-FFF2-40B4-BE49-F238E27FC236}">
                  <a16:creationId xmlns:a16="http://schemas.microsoft.com/office/drawing/2014/main" id="{D07D50FD-E025-B7D3-7C20-4D0344FB5D9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54" name="CuadroTexto 253">
              <a:extLst>
                <a:ext uri="{FF2B5EF4-FFF2-40B4-BE49-F238E27FC236}">
                  <a16:creationId xmlns:a16="http://schemas.microsoft.com/office/drawing/2014/main" id="{05233F0A-B79A-EDA3-24F9-DD4BC6B33231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DMARC</a:t>
              </a:r>
              <a:endParaRPr lang="es-PE"/>
            </a:p>
          </p:txBody>
        </p:sp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2DEA5307-3590-3841-69BB-7BD16DEA238E}"/>
              </a:ext>
            </a:extLst>
          </p:cNvPr>
          <p:cNvGrpSpPr/>
          <p:nvPr/>
        </p:nvGrpSpPr>
        <p:grpSpPr>
          <a:xfrm>
            <a:off x="4403981" y="1125372"/>
            <a:ext cx="829427" cy="557646"/>
            <a:chOff x="3622899" y="-860623"/>
            <a:chExt cx="829427" cy="557646"/>
          </a:xfrm>
        </p:grpSpPr>
        <p:sp>
          <p:nvSpPr>
            <p:cNvPr id="257" name="Elipse 256">
              <a:extLst>
                <a:ext uri="{FF2B5EF4-FFF2-40B4-BE49-F238E27FC236}">
                  <a16:creationId xmlns:a16="http://schemas.microsoft.com/office/drawing/2014/main" id="{503FB9A5-F524-C083-7054-DD54D6184A8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58" name="CuadroTexto 257">
              <a:extLst>
                <a:ext uri="{FF2B5EF4-FFF2-40B4-BE49-F238E27FC236}">
                  <a16:creationId xmlns:a16="http://schemas.microsoft.com/office/drawing/2014/main" id="{F6B365E4-149A-9F2D-C3B8-2C0A5F73E87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NGFW</a:t>
              </a:r>
              <a:endParaRPr lang="es-PE"/>
            </a:p>
          </p:txBody>
        </p:sp>
      </p:grpSp>
      <p:grpSp>
        <p:nvGrpSpPr>
          <p:cNvPr id="259" name="Grupo 258">
            <a:extLst>
              <a:ext uri="{FF2B5EF4-FFF2-40B4-BE49-F238E27FC236}">
                <a16:creationId xmlns:a16="http://schemas.microsoft.com/office/drawing/2014/main" id="{0E2A19B5-78C1-656E-47F2-E8A5C838322F}"/>
              </a:ext>
            </a:extLst>
          </p:cNvPr>
          <p:cNvGrpSpPr/>
          <p:nvPr/>
        </p:nvGrpSpPr>
        <p:grpSpPr>
          <a:xfrm>
            <a:off x="5002296" y="1143812"/>
            <a:ext cx="829427" cy="557646"/>
            <a:chOff x="3622899" y="-860623"/>
            <a:chExt cx="829427" cy="557646"/>
          </a:xfrm>
        </p:grpSpPr>
        <p:sp>
          <p:nvSpPr>
            <p:cNvPr id="260" name="Elipse 259">
              <a:extLst>
                <a:ext uri="{FF2B5EF4-FFF2-40B4-BE49-F238E27FC236}">
                  <a16:creationId xmlns:a16="http://schemas.microsoft.com/office/drawing/2014/main" id="{FF972B44-364F-8031-8397-03E53F00B72A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61" name="CuadroTexto 260">
              <a:extLst>
                <a:ext uri="{FF2B5EF4-FFF2-40B4-BE49-F238E27FC236}">
                  <a16:creationId xmlns:a16="http://schemas.microsoft.com/office/drawing/2014/main" id="{22DECDE9-FAA7-90F0-BB52-E8550F003EA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Firewalls</a:t>
              </a:r>
              <a:endParaRPr lang="es-PE"/>
            </a:p>
          </p:txBody>
        </p:sp>
      </p:grpSp>
      <p:grpSp>
        <p:nvGrpSpPr>
          <p:cNvPr id="262" name="Grupo 261">
            <a:extLst>
              <a:ext uri="{FF2B5EF4-FFF2-40B4-BE49-F238E27FC236}">
                <a16:creationId xmlns:a16="http://schemas.microsoft.com/office/drawing/2014/main" id="{B9A3F194-0674-BDD4-8435-1FD77C600FF7}"/>
              </a:ext>
            </a:extLst>
          </p:cNvPr>
          <p:cNvGrpSpPr/>
          <p:nvPr/>
        </p:nvGrpSpPr>
        <p:grpSpPr>
          <a:xfrm>
            <a:off x="5612643" y="1163617"/>
            <a:ext cx="829427" cy="557646"/>
            <a:chOff x="3622899" y="-860623"/>
            <a:chExt cx="829427" cy="557646"/>
          </a:xfrm>
        </p:grpSpPr>
        <p:sp>
          <p:nvSpPr>
            <p:cNvPr id="263" name="Elipse 262">
              <a:extLst>
                <a:ext uri="{FF2B5EF4-FFF2-40B4-BE49-F238E27FC236}">
                  <a16:creationId xmlns:a16="http://schemas.microsoft.com/office/drawing/2014/main" id="{32E22980-8F44-5797-C487-FAEF52C8488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64" name="CuadroTexto 263">
              <a:extLst>
                <a:ext uri="{FF2B5EF4-FFF2-40B4-BE49-F238E27FC236}">
                  <a16:creationId xmlns:a16="http://schemas.microsoft.com/office/drawing/2014/main" id="{5EBA5D88-A9D0-10E8-B6DC-D89DAF5B5C3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Proxy</a:t>
              </a:r>
            </a:p>
            <a:p>
              <a:r>
                <a:rPr lang="es-MX"/>
                <a:t>Navegación</a:t>
              </a:r>
              <a:endParaRPr lang="es-PE"/>
            </a:p>
          </p:txBody>
        </p:sp>
      </p:grpSp>
      <p:grpSp>
        <p:nvGrpSpPr>
          <p:cNvPr id="265" name="Grupo 264">
            <a:extLst>
              <a:ext uri="{FF2B5EF4-FFF2-40B4-BE49-F238E27FC236}">
                <a16:creationId xmlns:a16="http://schemas.microsoft.com/office/drawing/2014/main" id="{3986F333-A140-5982-BC3C-52BCE5BE0D84}"/>
              </a:ext>
            </a:extLst>
          </p:cNvPr>
          <p:cNvGrpSpPr/>
          <p:nvPr/>
        </p:nvGrpSpPr>
        <p:grpSpPr>
          <a:xfrm>
            <a:off x="4705246" y="449217"/>
            <a:ext cx="829427" cy="557646"/>
            <a:chOff x="3622899" y="-860623"/>
            <a:chExt cx="829427" cy="557646"/>
          </a:xfrm>
        </p:grpSpPr>
        <p:sp>
          <p:nvSpPr>
            <p:cNvPr id="266" name="Elipse 265">
              <a:extLst>
                <a:ext uri="{FF2B5EF4-FFF2-40B4-BE49-F238E27FC236}">
                  <a16:creationId xmlns:a16="http://schemas.microsoft.com/office/drawing/2014/main" id="{2E17CB25-B45C-14DE-81B9-6395A8918848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67" name="CuadroTexto 266">
              <a:extLst>
                <a:ext uri="{FF2B5EF4-FFF2-40B4-BE49-F238E27FC236}">
                  <a16:creationId xmlns:a16="http://schemas.microsoft.com/office/drawing/2014/main" id="{A7E8BC87-C583-51DF-7512-1255F969925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Anti</a:t>
              </a:r>
            </a:p>
            <a:p>
              <a:r>
                <a:rPr lang="es-MX"/>
                <a:t>Spam</a:t>
              </a:r>
              <a:endParaRPr lang="es-PE"/>
            </a:p>
          </p:txBody>
        </p:sp>
      </p:grpSp>
      <p:grpSp>
        <p:nvGrpSpPr>
          <p:cNvPr id="271" name="Grupo 270">
            <a:extLst>
              <a:ext uri="{FF2B5EF4-FFF2-40B4-BE49-F238E27FC236}">
                <a16:creationId xmlns:a16="http://schemas.microsoft.com/office/drawing/2014/main" id="{7F9B52EA-EB41-556D-B6D0-0C256831A28F}"/>
              </a:ext>
            </a:extLst>
          </p:cNvPr>
          <p:cNvGrpSpPr/>
          <p:nvPr/>
        </p:nvGrpSpPr>
        <p:grpSpPr>
          <a:xfrm>
            <a:off x="6338605" y="1143360"/>
            <a:ext cx="829427" cy="557646"/>
            <a:chOff x="3622899" y="-860623"/>
            <a:chExt cx="829427" cy="557646"/>
          </a:xfrm>
        </p:grpSpPr>
        <p:sp>
          <p:nvSpPr>
            <p:cNvPr id="272" name="Elipse 271">
              <a:extLst>
                <a:ext uri="{FF2B5EF4-FFF2-40B4-BE49-F238E27FC236}">
                  <a16:creationId xmlns:a16="http://schemas.microsoft.com/office/drawing/2014/main" id="{F1F63FFA-6CF2-6A6D-30AF-A68BD6C5B162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73" name="CuadroTexto 272">
              <a:extLst>
                <a:ext uri="{FF2B5EF4-FFF2-40B4-BE49-F238E27FC236}">
                  <a16:creationId xmlns:a16="http://schemas.microsoft.com/office/drawing/2014/main" id="{72910BE3-18F9-9C4D-599A-C0F4BB5B55B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IPS</a:t>
              </a:r>
              <a:endParaRPr lang="es-PE"/>
            </a:p>
          </p:txBody>
        </p:sp>
      </p:grpSp>
      <p:grpSp>
        <p:nvGrpSpPr>
          <p:cNvPr id="274" name="Grupo 273">
            <a:extLst>
              <a:ext uri="{FF2B5EF4-FFF2-40B4-BE49-F238E27FC236}">
                <a16:creationId xmlns:a16="http://schemas.microsoft.com/office/drawing/2014/main" id="{6E63D5BB-DC88-5FCD-577F-C1DA60AF26F8}"/>
              </a:ext>
            </a:extLst>
          </p:cNvPr>
          <p:cNvGrpSpPr/>
          <p:nvPr/>
        </p:nvGrpSpPr>
        <p:grpSpPr>
          <a:xfrm>
            <a:off x="7721820" y="1251646"/>
            <a:ext cx="829427" cy="557646"/>
            <a:chOff x="3622899" y="-860623"/>
            <a:chExt cx="829427" cy="557646"/>
          </a:xfrm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A8F2B8A1-81E8-9A5B-BC2A-6D60FA7E677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76" name="CuadroTexto 275">
              <a:extLst>
                <a:ext uri="{FF2B5EF4-FFF2-40B4-BE49-F238E27FC236}">
                  <a16:creationId xmlns:a16="http://schemas.microsoft.com/office/drawing/2014/main" id="{A6760A7A-7BD5-50CB-C5C7-DA5DAC059E1C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SIEM</a:t>
              </a:r>
              <a:endParaRPr lang="es-PE"/>
            </a:p>
          </p:txBody>
        </p:sp>
      </p:grpSp>
      <p:grpSp>
        <p:nvGrpSpPr>
          <p:cNvPr id="277" name="Grupo 276">
            <a:extLst>
              <a:ext uri="{FF2B5EF4-FFF2-40B4-BE49-F238E27FC236}">
                <a16:creationId xmlns:a16="http://schemas.microsoft.com/office/drawing/2014/main" id="{1E29768F-39E0-2B63-B3EB-E71F7A93B230}"/>
              </a:ext>
            </a:extLst>
          </p:cNvPr>
          <p:cNvGrpSpPr/>
          <p:nvPr/>
        </p:nvGrpSpPr>
        <p:grpSpPr>
          <a:xfrm>
            <a:off x="8343460" y="1271694"/>
            <a:ext cx="829427" cy="557646"/>
            <a:chOff x="3622899" y="-860623"/>
            <a:chExt cx="829427" cy="557646"/>
          </a:xfrm>
        </p:grpSpPr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F8107454-2475-24A2-0C0D-CDEC8BAECAC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79" name="CuadroTexto 278">
              <a:extLst>
                <a:ext uri="{FF2B5EF4-FFF2-40B4-BE49-F238E27FC236}">
                  <a16:creationId xmlns:a16="http://schemas.microsoft.com/office/drawing/2014/main" id="{3773B800-BBA4-625E-5D49-B8B2775153F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NAC</a:t>
              </a:r>
              <a:endParaRPr lang="es-PE"/>
            </a:p>
          </p:txBody>
        </p:sp>
      </p:grpSp>
      <p:grpSp>
        <p:nvGrpSpPr>
          <p:cNvPr id="280" name="Grupo 279">
            <a:extLst>
              <a:ext uri="{FF2B5EF4-FFF2-40B4-BE49-F238E27FC236}">
                <a16:creationId xmlns:a16="http://schemas.microsoft.com/office/drawing/2014/main" id="{936E3242-BAA6-C016-4425-806D57028C26}"/>
              </a:ext>
            </a:extLst>
          </p:cNvPr>
          <p:cNvGrpSpPr/>
          <p:nvPr/>
        </p:nvGrpSpPr>
        <p:grpSpPr>
          <a:xfrm>
            <a:off x="7122280" y="2240491"/>
            <a:ext cx="829427" cy="557646"/>
            <a:chOff x="3622899" y="-860623"/>
            <a:chExt cx="829427" cy="557646"/>
          </a:xfrm>
        </p:grpSpPr>
        <p:sp>
          <p:nvSpPr>
            <p:cNvPr id="281" name="Elipse 280">
              <a:extLst>
                <a:ext uri="{FF2B5EF4-FFF2-40B4-BE49-F238E27FC236}">
                  <a16:creationId xmlns:a16="http://schemas.microsoft.com/office/drawing/2014/main" id="{2968DA39-87BF-FAD6-46F4-BBEE710CD61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82" name="CuadroTexto 281">
              <a:extLst>
                <a:ext uri="{FF2B5EF4-FFF2-40B4-BE49-F238E27FC236}">
                  <a16:creationId xmlns:a16="http://schemas.microsoft.com/office/drawing/2014/main" id="{2A56917E-A426-25DA-D56F-C6845F5FDC5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EDR</a:t>
              </a:r>
              <a:endParaRPr lang="es-PE"/>
            </a:p>
          </p:txBody>
        </p:sp>
      </p:grpSp>
      <p:sp>
        <p:nvSpPr>
          <p:cNvPr id="283" name="Elipse 282">
            <a:extLst>
              <a:ext uri="{FF2B5EF4-FFF2-40B4-BE49-F238E27FC236}">
                <a16:creationId xmlns:a16="http://schemas.microsoft.com/office/drawing/2014/main" id="{1275FCF7-3213-F2E1-26C4-091766E06E3A}"/>
              </a:ext>
            </a:extLst>
          </p:cNvPr>
          <p:cNvSpPr/>
          <p:nvPr/>
        </p:nvSpPr>
        <p:spPr>
          <a:xfrm>
            <a:off x="9744420" y="1242580"/>
            <a:ext cx="699779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Anti-DDoS</a:t>
            </a:r>
          </a:p>
        </p:txBody>
      </p:sp>
      <p:grpSp>
        <p:nvGrpSpPr>
          <p:cNvPr id="284" name="Grupo 283">
            <a:extLst>
              <a:ext uri="{FF2B5EF4-FFF2-40B4-BE49-F238E27FC236}">
                <a16:creationId xmlns:a16="http://schemas.microsoft.com/office/drawing/2014/main" id="{306EA385-AA66-5105-F26B-B8D1CF69E4E3}"/>
              </a:ext>
            </a:extLst>
          </p:cNvPr>
          <p:cNvGrpSpPr/>
          <p:nvPr/>
        </p:nvGrpSpPr>
        <p:grpSpPr>
          <a:xfrm>
            <a:off x="8051360" y="5076954"/>
            <a:ext cx="829427" cy="557646"/>
            <a:chOff x="3622899" y="-860623"/>
            <a:chExt cx="829427" cy="557646"/>
          </a:xfrm>
        </p:grpSpPr>
        <p:sp>
          <p:nvSpPr>
            <p:cNvPr id="285" name="Elipse 284">
              <a:extLst>
                <a:ext uri="{FF2B5EF4-FFF2-40B4-BE49-F238E27FC236}">
                  <a16:creationId xmlns:a16="http://schemas.microsoft.com/office/drawing/2014/main" id="{C6BB94D5-4403-6248-B947-A231F33BABC6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86" name="CuadroTexto 285">
              <a:extLst>
                <a:ext uri="{FF2B5EF4-FFF2-40B4-BE49-F238E27FC236}">
                  <a16:creationId xmlns:a16="http://schemas.microsoft.com/office/drawing/2014/main" id="{E5A6AADF-2C80-EB97-D54D-E56EFC58FCF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Security</a:t>
              </a:r>
            </a:p>
            <a:p>
              <a:r>
                <a:rPr lang="es-MX"/>
                <a:t>Storage</a:t>
              </a:r>
              <a:endParaRPr lang="es-PE"/>
            </a:p>
          </p:txBody>
        </p:sp>
      </p:grpSp>
      <p:grpSp>
        <p:nvGrpSpPr>
          <p:cNvPr id="287" name="Grupo 286">
            <a:extLst>
              <a:ext uri="{FF2B5EF4-FFF2-40B4-BE49-F238E27FC236}">
                <a16:creationId xmlns:a16="http://schemas.microsoft.com/office/drawing/2014/main" id="{6DB073F2-F177-0E4D-8DCB-D7F65BDABA90}"/>
              </a:ext>
            </a:extLst>
          </p:cNvPr>
          <p:cNvGrpSpPr/>
          <p:nvPr/>
        </p:nvGrpSpPr>
        <p:grpSpPr>
          <a:xfrm>
            <a:off x="5587008" y="3184240"/>
            <a:ext cx="829427" cy="557646"/>
            <a:chOff x="3622899" y="-860623"/>
            <a:chExt cx="829427" cy="557646"/>
          </a:xfrm>
        </p:grpSpPr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B1FF603D-9577-F47F-F4DD-8C1C3912A907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89" name="CuadroTexto 288">
              <a:extLst>
                <a:ext uri="{FF2B5EF4-FFF2-40B4-BE49-F238E27FC236}">
                  <a16:creationId xmlns:a16="http://schemas.microsoft.com/office/drawing/2014/main" id="{52F22F5B-C9E9-97E2-B182-A8052A5BBD3B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Bóvedas</a:t>
              </a:r>
              <a:endParaRPr lang="es-PE"/>
            </a:p>
          </p:txBody>
        </p:sp>
      </p:grpSp>
      <p:grpSp>
        <p:nvGrpSpPr>
          <p:cNvPr id="290" name="Grupo 289">
            <a:extLst>
              <a:ext uri="{FF2B5EF4-FFF2-40B4-BE49-F238E27FC236}">
                <a16:creationId xmlns:a16="http://schemas.microsoft.com/office/drawing/2014/main" id="{480E3E11-F121-CCA9-12C6-8EA9BBA8B475}"/>
              </a:ext>
            </a:extLst>
          </p:cNvPr>
          <p:cNvGrpSpPr/>
          <p:nvPr/>
        </p:nvGrpSpPr>
        <p:grpSpPr>
          <a:xfrm>
            <a:off x="6246102" y="3191486"/>
            <a:ext cx="829427" cy="557646"/>
            <a:chOff x="3622899" y="-860623"/>
            <a:chExt cx="829427" cy="557646"/>
          </a:xfrm>
        </p:grpSpPr>
        <p:sp>
          <p:nvSpPr>
            <p:cNvPr id="291" name="Elipse 290">
              <a:extLst>
                <a:ext uri="{FF2B5EF4-FFF2-40B4-BE49-F238E27FC236}">
                  <a16:creationId xmlns:a16="http://schemas.microsoft.com/office/drawing/2014/main" id="{1656E0B2-807E-9FAC-EC6F-A89BE0E43DBE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92" name="CuadroTexto 291">
              <a:extLst>
                <a:ext uri="{FF2B5EF4-FFF2-40B4-BE49-F238E27FC236}">
                  <a16:creationId xmlns:a16="http://schemas.microsoft.com/office/drawing/2014/main" id="{CF0FC753-E226-870A-DD8A-21ACF1282E8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Container </a:t>
              </a:r>
            </a:p>
            <a:p>
              <a:r>
                <a:rPr lang="es-MX"/>
                <a:t>Register</a:t>
              </a:r>
              <a:endParaRPr lang="es-PE"/>
            </a:p>
          </p:txBody>
        </p:sp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8A2AD7C7-3B1A-F9F4-C46B-B6B001EDFAB6}"/>
              </a:ext>
            </a:extLst>
          </p:cNvPr>
          <p:cNvGrpSpPr/>
          <p:nvPr/>
        </p:nvGrpSpPr>
        <p:grpSpPr>
          <a:xfrm>
            <a:off x="8434950" y="3155064"/>
            <a:ext cx="829427" cy="557646"/>
            <a:chOff x="3622899" y="-860623"/>
            <a:chExt cx="829427" cy="557646"/>
          </a:xfrm>
        </p:grpSpPr>
        <p:sp>
          <p:nvSpPr>
            <p:cNvPr id="294" name="Elipse 293">
              <a:extLst>
                <a:ext uri="{FF2B5EF4-FFF2-40B4-BE49-F238E27FC236}">
                  <a16:creationId xmlns:a16="http://schemas.microsoft.com/office/drawing/2014/main" id="{7C528AED-1D97-BF5E-08C7-334CF5238527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95" name="CuadroTexto 294">
              <a:extLst>
                <a:ext uri="{FF2B5EF4-FFF2-40B4-BE49-F238E27FC236}">
                  <a16:creationId xmlns:a16="http://schemas.microsoft.com/office/drawing/2014/main" id="{E7DE9E1B-7314-8761-B73B-6FB193C6A7E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OPA</a:t>
              </a:r>
              <a:endParaRPr lang="es-PE"/>
            </a:p>
          </p:txBody>
        </p:sp>
      </p:grp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6B8C634B-D58F-C4C0-4856-79C333FBDC54}"/>
              </a:ext>
            </a:extLst>
          </p:cNvPr>
          <p:cNvGrpSpPr/>
          <p:nvPr/>
        </p:nvGrpSpPr>
        <p:grpSpPr>
          <a:xfrm>
            <a:off x="9710007" y="3217617"/>
            <a:ext cx="829427" cy="557646"/>
            <a:chOff x="3622899" y="-860623"/>
            <a:chExt cx="829427" cy="557646"/>
          </a:xfrm>
        </p:grpSpPr>
        <p:sp>
          <p:nvSpPr>
            <p:cNvPr id="297" name="Elipse 296">
              <a:extLst>
                <a:ext uri="{FF2B5EF4-FFF2-40B4-BE49-F238E27FC236}">
                  <a16:creationId xmlns:a16="http://schemas.microsoft.com/office/drawing/2014/main" id="{92D2308A-EC09-AA44-0B5E-223AC7806FA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98" name="CuadroTexto 297">
              <a:extLst>
                <a:ext uri="{FF2B5EF4-FFF2-40B4-BE49-F238E27FC236}">
                  <a16:creationId xmlns:a16="http://schemas.microsoft.com/office/drawing/2014/main" id="{E46AEFD8-6C6C-11E9-CF92-6B6E7F580A1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Virtual</a:t>
              </a:r>
            </a:p>
            <a:p>
              <a:r>
                <a:rPr lang="es-MX"/>
                <a:t>Patching</a:t>
              </a:r>
              <a:endParaRPr lang="es-PE"/>
            </a:p>
          </p:txBody>
        </p:sp>
      </p:grpSp>
      <p:grpSp>
        <p:nvGrpSpPr>
          <p:cNvPr id="300" name="Grupo 299">
            <a:extLst>
              <a:ext uri="{FF2B5EF4-FFF2-40B4-BE49-F238E27FC236}">
                <a16:creationId xmlns:a16="http://schemas.microsoft.com/office/drawing/2014/main" id="{EEA207F3-DB7B-772A-B784-125E64910678}"/>
              </a:ext>
            </a:extLst>
          </p:cNvPr>
          <p:cNvGrpSpPr/>
          <p:nvPr/>
        </p:nvGrpSpPr>
        <p:grpSpPr>
          <a:xfrm>
            <a:off x="8964457" y="1279756"/>
            <a:ext cx="829427" cy="557646"/>
            <a:chOff x="3622899" y="-860623"/>
            <a:chExt cx="829427" cy="557646"/>
          </a:xfrm>
        </p:grpSpPr>
        <p:sp>
          <p:nvSpPr>
            <p:cNvPr id="301" name="Elipse 300">
              <a:extLst>
                <a:ext uri="{FF2B5EF4-FFF2-40B4-BE49-F238E27FC236}">
                  <a16:creationId xmlns:a16="http://schemas.microsoft.com/office/drawing/2014/main" id="{7ED4FA69-2E4F-7E9B-71A5-08B0BDBFDF84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02" name="CuadroTexto 301">
              <a:extLst>
                <a:ext uri="{FF2B5EF4-FFF2-40B4-BE49-F238E27FC236}">
                  <a16:creationId xmlns:a16="http://schemas.microsoft.com/office/drawing/2014/main" id="{7110C1F7-2F1F-EABA-BF83-F922DA0B85C1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Secure</a:t>
              </a:r>
            </a:p>
            <a:p>
              <a:r>
                <a:rPr lang="es-MX"/>
                <a:t>Log Mgmt</a:t>
              </a:r>
              <a:endParaRPr lang="es-PE"/>
            </a:p>
          </p:txBody>
        </p:sp>
      </p:grpSp>
      <p:grpSp>
        <p:nvGrpSpPr>
          <p:cNvPr id="303" name="Grupo 302">
            <a:extLst>
              <a:ext uri="{FF2B5EF4-FFF2-40B4-BE49-F238E27FC236}">
                <a16:creationId xmlns:a16="http://schemas.microsoft.com/office/drawing/2014/main" id="{E6906ED7-4670-38FE-8AE8-34F3642B5D90}"/>
              </a:ext>
            </a:extLst>
          </p:cNvPr>
          <p:cNvGrpSpPr/>
          <p:nvPr/>
        </p:nvGrpSpPr>
        <p:grpSpPr>
          <a:xfrm>
            <a:off x="5793407" y="2291436"/>
            <a:ext cx="829427" cy="557646"/>
            <a:chOff x="3622899" y="-860623"/>
            <a:chExt cx="829427" cy="557646"/>
          </a:xfrm>
        </p:grpSpPr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7796D261-0472-DBBC-890F-EEC4BCBFD77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05" name="CuadroTexto 304">
              <a:extLst>
                <a:ext uri="{FF2B5EF4-FFF2-40B4-BE49-F238E27FC236}">
                  <a16:creationId xmlns:a16="http://schemas.microsoft.com/office/drawing/2014/main" id="{C5194E9F-FE95-7677-EBD6-4965E7FB5190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Vuln</a:t>
              </a:r>
            </a:p>
            <a:p>
              <a:r>
                <a:rPr lang="es-MX"/>
                <a:t>Mgmt</a:t>
              </a:r>
              <a:endParaRPr lang="es-PE"/>
            </a:p>
          </p:txBody>
        </p:sp>
      </p:grpSp>
      <p:sp>
        <p:nvSpPr>
          <p:cNvPr id="306" name="Elipse 305">
            <a:extLst>
              <a:ext uri="{FF2B5EF4-FFF2-40B4-BE49-F238E27FC236}">
                <a16:creationId xmlns:a16="http://schemas.microsoft.com/office/drawing/2014/main" id="{9D43E5F9-83C1-E40F-F6D4-113602A2EC4F}"/>
              </a:ext>
            </a:extLst>
          </p:cNvPr>
          <p:cNvSpPr/>
          <p:nvPr/>
        </p:nvSpPr>
        <p:spPr>
          <a:xfrm>
            <a:off x="11368289" y="2299435"/>
            <a:ext cx="699779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SOAR</a:t>
            </a:r>
          </a:p>
        </p:txBody>
      </p: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6876C363-2022-4D51-0DBA-A1F5CE9C271E}"/>
              </a:ext>
            </a:extLst>
          </p:cNvPr>
          <p:cNvGrpSpPr/>
          <p:nvPr/>
        </p:nvGrpSpPr>
        <p:grpSpPr>
          <a:xfrm>
            <a:off x="3982028" y="1557993"/>
            <a:ext cx="829427" cy="557646"/>
            <a:chOff x="3622899" y="-860623"/>
            <a:chExt cx="829427" cy="557646"/>
          </a:xfrm>
        </p:grpSpPr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1FAF2DF1-57B9-DDE0-533F-1795AACF952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09" name="CuadroTexto 308">
              <a:extLst>
                <a:ext uri="{FF2B5EF4-FFF2-40B4-BE49-F238E27FC236}">
                  <a16:creationId xmlns:a16="http://schemas.microsoft.com/office/drawing/2014/main" id="{EAABCA1F-FD8D-909E-6AA4-9232AC01D535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Micro segment</a:t>
              </a:r>
              <a:endParaRPr lang="es-PE"/>
            </a:p>
          </p:txBody>
        </p:sp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12F710D6-6C3C-972F-196E-3D7898CDE8BD}"/>
              </a:ext>
            </a:extLst>
          </p:cNvPr>
          <p:cNvGrpSpPr/>
          <p:nvPr/>
        </p:nvGrpSpPr>
        <p:grpSpPr>
          <a:xfrm>
            <a:off x="6023447" y="1590086"/>
            <a:ext cx="829427" cy="557646"/>
            <a:chOff x="3622899" y="-860623"/>
            <a:chExt cx="829427" cy="557646"/>
          </a:xfrm>
        </p:grpSpPr>
        <p:sp>
          <p:nvSpPr>
            <p:cNvPr id="311" name="Elipse 310">
              <a:extLst>
                <a:ext uri="{FF2B5EF4-FFF2-40B4-BE49-F238E27FC236}">
                  <a16:creationId xmlns:a16="http://schemas.microsoft.com/office/drawing/2014/main" id="{487D4FAB-FF37-5926-8C8A-DCDB468C2B9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12" name="CuadroTexto 311">
              <a:extLst>
                <a:ext uri="{FF2B5EF4-FFF2-40B4-BE49-F238E27FC236}">
                  <a16:creationId xmlns:a16="http://schemas.microsoft.com/office/drawing/2014/main" id="{0BA6A081-8AB0-BC95-F656-A62B9548B38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ZTNA</a:t>
              </a:r>
              <a:endParaRPr lang="es-PE"/>
            </a:p>
          </p:txBody>
        </p:sp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47C656F6-EFA4-282E-4667-A2DE7C35C154}"/>
              </a:ext>
            </a:extLst>
          </p:cNvPr>
          <p:cNvGrpSpPr/>
          <p:nvPr/>
        </p:nvGrpSpPr>
        <p:grpSpPr>
          <a:xfrm>
            <a:off x="9771864" y="5063839"/>
            <a:ext cx="829427" cy="557646"/>
            <a:chOff x="3622899" y="-860623"/>
            <a:chExt cx="829427" cy="557646"/>
          </a:xfrm>
        </p:grpSpPr>
        <p:sp>
          <p:nvSpPr>
            <p:cNvPr id="315" name="Elipse 314">
              <a:extLst>
                <a:ext uri="{FF2B5EF4-FFF2-40B4-BE49-F238E27FC236}">
                  <a16:creationId xmlns:a16="http://schemas.microsoft.com/office/drawing/2014/main" id="{D701B455-BDFB-FA9B-F30F-0E43BDC9392B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16" name="CuadroTexto 315">
              <a:extLst>
                <a:ext uri="{FF2B5EF4-FFF2-40B4-BE49-F238E27FC236}">
                  <a16:creationId xmlns:a16="http://schemas.microsoft.com/office/drawing/2014/main" id="{1F45228E-5ADA-31CA-2B98-60FF79425F4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Gestión de Certificados</a:t>
              </a:r>
              <a:endParaRPr lang="es-PE"/>
            </a:p>
          </p:txBody>
        </p:sp>
      </p:grpSp>
      <p:grpSp>
        <p:nvGrpSpPr>
          <p:cNvPr id="317" name="Grupo 316">
            <a:extLst>
              <a:ext uri="{FF2B5EF4-FFF2-40B4-BE49-F238E27FC236}">
                <a16:creationId xmlns:a16="http://schemas.microsoft.com/office/drawing/2014/main" id="{A9BB77E5-3EF3-6B38-AC98-E2D4B6AC1D55}"/>
              </a:ext>
            </a:extLst>
          </p:cNvPr>
          <p:cNvGrpSpPr/>
          <p:nvPr/>
        </p:nvGrpSpPr>
        <p:grpSpPr>
          <a:xfrm>
            <a:off x="4720734" y="1612090"/>
            <a:ext cx="829427" cy="557646"/>
            <a:chOff x="3622899" y="-860623"/>
            <a:chExt cx="829427" cy="557646"/>
          </a:xfrm>
        </p:grpSpPr>
        <p:sp>
          <p:nvSpPr>
            <p:cNvPr id="318" name="Elipse 317">
              <a:extLst>
                <a:ext uri="{FF2B5EF4-FFF2-40B4-BE49-F238E27FC236}">
                  <a16:creationId xmlns:a16="http://schemas.microsoft.com/office/drawing/2014/main" id="{5186B8C8-5E68-D62B-E7BE-72415FE0D6F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19" name="CuadroTexto 318">
              <a:extLst>
                <a:ext uri="{FF2B5EF4-FFF2-40B4-BE49-F238E27FC236}">
                  <a16:creationId xmlns:a16="http://schemas.microsoft.com/office/drawing/2014/main" id="{C15F5E9E-5EA6-358C-4E19-29BE72E34215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DNS</a:t>
              </a:r>
              <a:endParaRPr lang="es-PE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86A2F5E7-4138-207A-5B62-F2706DC829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2271" y="3562881"/>
            <a:ext cx="640285" cy="16186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F2E0E1-405C-4CD3-A069-76C97A70F9F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5578" t="28518" r="12408" b="30326"/>
          <a:stretch/>
        </p:blipFill>
        <p:spPr>
          <a:xfrm>
            <a:off x="9796973" y="5492940"/>
            <a:ext cx="783907" cy="19599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01B13DF-F088-4DB8-8759-B1FBF0D95AD3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23651" b="22750"/>
          <a:stretch/>
        </p:blipFill>
        <p:spPr>
          <a:xfrm>
            <a:off x="1740668" y="1637117"/>
            <a:ext cx="685186" cy="30986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5B4E07E-497A-4339-8AD6-0192A7B3767A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54795" t="48732" r="12874" b="28134"/>
          <a:stretch/>
        </p:blipFill>
        <p:spPr>
          <a:xfrm>
            <a:off x="5991591" y="2719775"/>
            <a:ext cx="458822" cy="202023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5018C702-15D9-4357-B823-83B4485B9C18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4613" t="14423" r="6598" b="13053"/>
          <a:stretch/>
        </p:blipFill>
        <p:spPr>
          <a:xfrm>
            <a:off x="7823388" y="1662520"/>
            <a:ext cx="603002" cy="30959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4DC43B2-D724-4668-8CF2-DCD105717610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62681"/>
          <a:stretch/>
        </p:blipFill>
        <p:spPr>
          <a:xfrm>
            <a:off x="1738984" y="3644799"/>
            <a:ext cx="624788" cy="148814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6D65310-59CC-4238-8751-B4DD6BECE73A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33531"/>
          <a:stretch/>
        </p:blipFill>
        <p:spPr>
          <a:xfrm>
            <a:off x="1781693" y="3144662"/>
            <a:ext cx="590361" cy="197184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319430D4-AA58-4C90-8789-33C30A179BDE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18702" b="23403"/>
          <a:stretch/>
        </p:blipFill>
        <p:spPr>
          <a:xfrm>
            <a:off x="4583210" y="2669362"/>
            <a:ext cx="596779" cy="172752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63BFF710-AE31-4925-B555-C17CDE60C7AC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45923" t="32994" b="21055"/>
          <a:stretch/>
        </p:blipFill>
        <p:spPr>
          <a:xfrm>
            <a:off x="5291902" y="2693050"/>
            <a:ext cx="557310" cy="236782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45EDFF7F-1845-4445-9A39-A6B0D990E609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t="72755"/>
          <a:stretch/>
        </p:blipFill>
        <p:spPr>
          <a:xfrm>
            <a:off x="3544907" y="4282409"/>
            <a:ext cx="921961" cy="188391"/>
          </a:xfrm>
          <a:prstGeom prst="rect">
            <a:avLst/>
          </a:prstGeom>
        </p:spPr>
      </p:pic>
      <p:pic>
        <p:nvPicPr>
          <p:cNvPr id="1034" name="Picture 10" descr="Jscrambler - UPTEC">
            <a:extLst>
              <a:ext uri="{FF2B5EF4-FFF2-40B4-BE49-F238E27FC236}">
                <a16:creationId xmlns:a16="http://schemas.microsoft.com/office/drawing/2014/main" id="{942D67B5-B319-4429-9334-4B8E5B3F4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4" t="34301" r="16291" b="21787"/>
          <a:stretch/>
        </p:blipFill>
        <p:spPr bwMode="auto">
          <a:xfrm>
            <a:off x="5028566" y="3554352"/>
            <a:ext cx="686502" cy="22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D1143F64-746D-41DF-A891-63B2B870979B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27065" b="27279"/>
          <a:stretch/>
        </p:blipFill>
        <p:spPr>
          <a:xfrm>
            <a:off x="4966286" y="3154597"/>
            <a:ext cx="840781" cy="191932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0720F40-5063-4181-B9BC-4DCACAC60BF7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10991" t="59551" r="9990" b="7500"/>
          <a:stretch/>
        </p:blipFill>
        <p:spPr>
          <a:xfrm>
            <a:off x="4386370" y="4226570"/>
            <a:ext cx="664920" cy="272991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E6070517-46EF-4024-A067-02BC80B634E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06842" y="5421197"/>
            <a:ext cx="408658" cy="408658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CF637BC3-0CD2-464F-8EB9-1A7BDBA00535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10507" t="11777" r="8356" b="11954"/>
          <a:stretch/>
        </p:blipFill>
        <p:spPr>
          <a:xfrm>
            <a:off x="1138949" y="5397118"/>
            <a:ext cx="812946" cy="399913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F98A82B4-ACC1-4A7C-BD5D-ACE17D66C011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t="23800" b="47196"/>
          <a:stretch/>
        </p:blipFill>
        <p:spPr>
          <a:xfrm>
            <a:off x="9764217" y="1767246"/>
            <a:ext cx="687868" cy="199508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72F868B2-CF48-415A-9CF2-5350122DBFA7}"/>
              </a:ext>
            </a:extLst>
          </p:cNvPr>
          <p:cNvPicPr>
            <a:picLocks noChangeAspect="1"/>
          </p:cNvPicPr>
          <p:nvPr/>
        </p:nvPicPr>
        <p:blipFill rotWithShape="1">
          <a:blip r:embed="rId29"/>
          <a:srcRect l="14394" t="16662" r="14756" b="20025"/>
          <a:stretch/>
        </p:blipFill>
        <p:spPr>
          <a:xfrm>
            <a:off x="5396486" y="4615742"/>
            <a:ext cx="769606" cy="300308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A697FEC1-65AB-0927-C97E-EF7B6D67572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38202" y="1561660"/>
            <a:ext cx="573034" cy="272293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9AE24863-755E-F361-DA24-CC35611AB916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t="51881" r="7512"/>
          <a:stretch/>
        </p:blipFill>
        <p:spPr>
          <a:xfrm>
            <a:off x="1220376" y="3546725"/>
            <a:ext cx="441986" cy="193907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7ECD7B59-C334-A17E-D4AB-0C8B78579CC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16964" y="2588282"/>
            <a:ext cx="403958" cy="461665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DE1E7A29-5F9A-71C5-EE32-BA990B7501A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242" y="2684824"/>
            <a:ext cx="748514" cy="352393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3E3BDDCD-CBBD-CAD7-AAE1-B52D35E0B16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25713" y="4977719"/>
            <a:ext cx="895600" cy="211822"/>
          </a:xfrm>
          <a:prstGeom prst="rect">
            <a:avLst/>
          </a:prstGeom>
        </p:spPr>
      </p:pic>
      <p:pic>
        <p:nvPicPr>
          <p:cNvPr id="78" name="Imagen 9" descr="Gráfico, Gráfico de embudo&#10;&#10;Descripción generada automáticamente">
            <a:extLst>
              <a:ext uri="{FF2B5EF4-FFF2-40B4-BE49-F238E27FC236}">
                <a16:creationId xmlns:a16="http://schemas.microsoft.com/office/drawing/2014/main" id="{6627A85B-E180-F586-5DEC-F22EF07BDA3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23808" y="3529968"/>
            <a:ext cx="563460" cy="263274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513B3804-6DCC-CE1D-A1A9-0A677CFA419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47918" y="2995792"/>
            <a:ext cx="374378" cy="381216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24244AE1-05F8-0731-3FAE-A67378853845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454770" y="1658682"/>
            <a:ext cx="660933" cy="215469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DE75A947-B2D3-51C5-FD42-A31FFC19F19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047564" y="1935013"/>
            <a:ext cx="742809" cy="246601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BCB6E6C5-FED7-3876-73CA-712FE049EF3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53099" y="2623605"/>
            <a:ext cx="680243" cy="268825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87BB1948-4C48-DC4C-985F-A0155F1A047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30773" y="878253"/>
            <a:ext cx="913938" cy="206281"/>
          </a:xfrm>
          <a:prstGeom prst="rect">
            <a:avLst/>
          </a:prstGeom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970009B2-F42D-941C-28A5-AB699F9BA39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58655" y="875851"/>
            <a:ext cx="913938" cy="206281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EB64199A-5A57-87A2-38AF-7AB06059C8B2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993941" y="1100271"/>
            <a:ext cx="811038" cy="252323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48648A4D-78D2-B5A9-A504-D5199688DFF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090636" y="1158053"/>
            <a:ext cx="671061" cy="174476"/>
          </a:xfrm>
          <a:prstGeom prst="rect">
            <a:avLst/>
          </a:prstGeom>
        </p:spPr>
      </p:pic>
      <p:pic>
        <p:nvPicPr>
          <p:cNvPr id="83" name="Imagen 82">
            <a:extLst>
              <a:ext uri="{FF2B5EF4-FFF2-40B4-BE49-F238E27FC236}">
                <a16:creationId xmlns:a16="http://schemas.microsoft.com/office/drawing/2014/main" id="{BDA2A560-0FF1-C6EB-321B-8C5E5A5B48C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247781" y="2792754"/>
            <a:ext cx="868831" cy="165324"/>
          </a:xfrm>
          <a:prstGeom prst="rect">
            <a:avLst/>
          </a:prstGeom>
        </p:spPr>
      </p:pic>
      <p:pic>
        <p:nvPicPr>
          <p:cNvPr id="85" name="Imagen 84">
            <a:extLst>
              <a:ext uri="{FF2B5EF4-FFF2-40B4-BE49-F238E27FC236}">
                <a16:creationId xmlns:a16="http://schemas.microsoft.com/office/drawing/2014/main" id="{664CF7A0-3C65-DE7A-1531-B4E84A9DF35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575264" y="3513666"/>
            <a:ext cx="534168" cy="224440"/>
          </a:xfrm>
          <a:prstGeom prst="rect">
            <a:avLst/>
          </a:prstGeom>
        </p:spPr>
      </p:pic>
      <p:pic>
        <p:nvPicPr>
          <p:cNvPr id="87" name="Imagen 86">
            <a:extLst>
              <a:ext uri="{FF2B5EF4-FFF2-40B4-BE49-F238E27FC236}">
                <a16:creationId xmlns:a16="http://schemas.microsoft.com/office/drawing/2014/main" id="{84AAFDEA-171B-33A6-6EB0-B45DF983C13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84856" y="4579906"/>
            <a:ext cx="468072" cy="295089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C067E4EF-74C2-F830-1C45-56F8D98C597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21728" y="4566649"/>
            <a:ext cx="888822" cy="306706"/>
          </a:xfrm>
          <a:prstGeom prst="rect">
            <a:avLst/>
          </a:prstGeom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9AECD2A3-EAEB-34CD-65DD-1A828BD9BCA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039600" y="3874090"/>
            <a:ext cx="741838" cy="237388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56255489-EB12-FDCF-E0ED-9C45CB0280C5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023699" y="5498800"/>
            <a:ext cx="765681" cy="271600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668245FA-70DF-CC59-F973-F4F41F89ECB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505671" y="1694475"/>
            <a:ext cx="680243" cy="268825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A42349F9-A030-B1BB-6241-1F8F08E6400A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505533" y="1496617"/>
            <a:ext cx="482479" cy="21814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9EC64C58-750B-295C-8B5C-E8EEA3DCBA4B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45923" t="32994" b="21055"/>
          <a:stretch/>
        </p:blipFill>
        <p:spPr>
          <a:xfrm>
            <a:off x="3840371" y="5432786"/>
            <a:ext cx="557310" cy="236782"/>
          </a:xfrm>
          <a:prstGeom prst="rect">
            <a:avLst/>
          </a:prstGeom>
        </p:spPr>
      </p:pic>
      <p:pic>
        <p:nvPicPr>
          <p:cNvPr id="100" name="Imagen 99">
            <a:extLst>
              <a:ext uri="{FF2B5EF4-FFF2-40B4-BE49-F238E27FC236}">
                <a16:creationId xmlns:a16="http://schemas.microsoft.com/office/drawing/2014/main" id="{B451A53D-0DC9-10F1-5F3F-C79B72FE3C2A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71169" y="848101"/>
            <a:ext cx="797751" cy="229656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5A9FF890-0C76-60CB-8716-61A938129BD7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139675" y="4265717"/>
            <a:ext cx="342296" cy="276045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D65C48BE-0134-EDA1-BC2E-15C7815F0B38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121552" y="4341010"/>
            <a:ext cx="688465" cy="193532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67B22883-64FA-4ECC-BA39-4F03406B4E07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115704" y="1718119"/>
            <a:ext cx="515206" cy="178921"/>
          </a:xfrm>
          <a:prstGeom prst="rect">
            <a:avLst/>
          </a:prstGeom>
        </p:spPr>
      </p:pic>
      <p:pic>
        <p:nvPicPr>
          <p:cNvPr id="108" name="Imagen 107">
            <a:extLst>
              <a:ext uri="{FF2B5EF4-FFF2-40B4-BE49-F238E27FC236}">
                <a16:creationId xmlns:a16="http://schemas.microsoft.com/office/drawing/2014/main" id="{BEEE931C-D6F1-B791-E863-E6FB488AE868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997137" y="4694706"/>
            <a:ext cx="778429" cy="233529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D86F4925-0847-42FE-8B08-1DD838A58C9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425034" y="3593976"/>
            <a:ext cx="533986" cy="166129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50574136-FB9D-2534-8A75-724845BF08DB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300604" y="5421198"/>
            <a:ext cx="905067" cy="190014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F705CC42-5CB6-0BD4-6C01-3F0553FD77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2786" y="5511152"/>
            <a:ext cx="640285" cy="161862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CB7A11F8-4B53-FE3E-12CC-497D41A3321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124906" y="3925268"/>
            <a:ext cx="817655" cy="221248"/>
          </a:xfrm>
          <a:prstGeom prst="rect">
            <a:avLst/>
          </a:prstGeom>
        </p:spPr>
      </p:pic>
      <p:pic>
        <p:nvPicPr>
          <p:cNvPr id="118" name="Imagen 117">
            <a:extLst>
              <a:ext uri="{FF2B5EF4-FFF2-40B4-BE49-F238E27FC236}">
                <a16:creationId xmlns:a16="http://schemas.microsoft.com/office/drawing/2014/main" id="{F4786CFE-823E-CEBE-D8AE-52CA87AA5478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00286" y="4579693"/>
            <a:ext cx="674150" cy="252806"/>
          </a:xfrm>
          <a:prstGeom prst="rect">
            <a:avLst/>
          </a:prstGeom>
        </p:spPr>
      </p:pic>
      <p:sp>
        <p:nvSpPr>
          <p:cNvPr id="121" name="Elipse 120">
            <a:extLst>
              <a:ext uri="{FF2B5EF4-FFF2-40B4-BE49-F238E27FC236}">
                <a16:creationId xmlns:a16="http://schemas.microsoft.com/office/drawing/2014/main" id="{F1E161C7-5E1E-A8C7-28E4-C0205B1ED92C}"/>
              </a:ext>
            </a:extLst>
          </p:cNvPr>
          <p:cNvSpPr/>
          <p:nvPr/>
        </p:nvSpPr>
        <p:spPr>
          <a:xfrm>
            <a:off x="1461702" y="3952201"/>
            <a:ext cx="1584173" cy="542412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100" b="1" kern="0">
                <a:latin typeface="Calibri" panose="020F0502020204030204"/>
              </a:rPr>
              <a:t>Identidad</a:t>
            </a:r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E2F2EBBD-4C0C-FBE1-38D4-CE477402E9EA}"/>
              </a:ext>
            </a:extLst>
          </p:cNvPr>
          <p:cNvSpPr/>
          <p:nvPr/>
        </p:nvSpPr>
        <p:spPr>
          <a:xfrm>
            <a:off x="1253250" y="4386377"/>
            <a:ext cx="441567" cy="215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IAM</a:t>
            </a:r>
            <a:endParaRPr lang="es-PE" sz="1000">
              <a:solidFill>
                <a:schemeClr val="tx1"/>
              </a:solidFill>
            </a:endParaRPr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4DDFC324-2BF0-BF36-9EFF-8D1255046741}"/>
              </a:ext>
            </a:extLst>
          </p:cNvPr>
          <p:cNvSpPr/>
          <p:nvPr/>
        </p:nvSpPr>
        <p:spPr>
          <a:xfrm>
            <a:off x="2153644" y="4389114"/>
            <a:ext cx="462544" cy="210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RACF</a:t>
            </a:r>
            <a:endParaRPr lang="es-PE" sz="800">
              <a:solidFill>
                <a:schemeClr val="tx1"/>
              </a:solidFill>
            </a:endParaRP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35AC6094-261F-8E8C-EA8E-E05C6DCA70FD}"/>
              </a:ext>
            </a:extLst>
          </p:cNvPr>
          <p:cNvSpPr/>
          <p:nvPr/>
        </p:nvSpPr>
        <p:spPr>
          <a:xfrm>
            <a:off x="2626791" y="4378111"/>
            <a:ext cx="774933" cy="23831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dirty="0">
                <a:solidFill>
                  <a:schemeClr val="tx1"/>
                </a:solidFill>
              </a:rPr>
              <a:t>Passwordless / FIDO</a:t>
            </a:r>
            <a:endParaRPr lang="es-PE" sz="900" dirty="0">
              <a:solidFill>
                <a:schemeClr val="tx1"/>
              </a:solidFill>
            </a:endParaRPr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470D8CF0-8E02-9770-8B7D-6C1CB0CEDF7C}"/>
              </a:ext>
            </a:extLst>
          </p:cNvPr>
          <p:cNvSpPr/>
          <p:nvPr/>
        </p:nvSpPr>
        <p:spPr>
          <a:xfrm>
            <a:off x="1687170" y="4386377"/>
            <a:ext cx="469542" cy="215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CIAM</a:t>
            </a:r>
            <a:endParaRPr lang="es-PE" sz="1000">
              <a:solidFill>
                <a:schemeClr val="tx1"/>
              </a:solidFill>
            </a:endParaRPr>
          </a:p>
        </p:txBody>
      </p:sp>
      <p:pic>
        <p:nvPicPr>
          <p:cNvPr id="127" name="Imagen 126">
            <a:extLst>
              <a:ext uri="{FF2B5EF4-FFF2-40B4-BE49-F238E27FC236}">
                <a16:creationId xmlns:a16="http://schemas.microsoft.com/office/drawing/2014/main" id="{6D408079-7035-762D-81EF-58CE61E9D52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680917" y="4281576"/>
            <a:ext cx="329229" cy="159773"/>
          </a:xfrm>
          <a:prstGeom prst="rect">
            <a:avLst/>
          </a:prstGeom>
        </p:spPr>
      </p:pic>
      <p:sp>
        <p:nvSpPr>
          <p:cNvPr id="41" name="Elipse 40">
            <a:extLst>
              <a:ext uri="{FF2B5EF4-FFF2-40B4-BE49-F238E27FC236}">
                <a16:creationId xmlns:a16="http://schemas.microsoft.com/office/drawing/2014/main" id="{3D33EA26-B24A-FD15-490B-4C5AB7464F2E}"/>
              </a:ext>
            </a:extLst>
          </p:cNvPr>
          <p:cNvSpPr/>
          <p:nvPr/>
        </p:nvSpPr>
        <p:spPr>
          <a:xfrm>
            <a:off x="7265518" y="4041422"/>
            <a:ext cx="699779" cy="638263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100" b="1" kern="0" dirty="0">
                <a:latin typeface="Calibri" panose="020F0502020204030204"/>
              </a:rPr>
              <a:t>ITDR</a:t>
            </a:r>
          </a:p>
        </p:txBody>
      </p:sp>
    </p:spTree>
    <p:extLst>
      <p:ext uri="{BB962C8B-B14F-4D97-AF65-F5344CB8AC3E}">
        <p14:creationId xmlns:p14="http://schemas.microsoft.com/office/powerpoint/2010/main" val="48594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68CF75-55D7-FDA5-5A1E-098DFBB9B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B8AFD4-E5B8-3781-C01F-475071E87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7" y="5889265"/>
            <a:ext cx="4394050" cy="9431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F0E1BD7-ED65-E2CA-382C-E0B621C9A91B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AB7A82-72E3-480B-27B3-B4628A81B3B9}"/>
              </a:ext>
            </a:extLst>
          </p:cNvPr>
          <p:cNvSpPr/>
          <p:nvPr/>
        </p:nvSpPr>
        <p:spPr>
          <a:xfrm>
            <a:off x="263702" y="220373"/>
            <a:ext cx="1166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Homologación de conceptos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E8D29EE-7D54-BBDB-B69E-A61D47967908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8255F85-8DCF-79D4-4733-4CEC893AFAB3}"/>
              </a:ext>
            </a:extLst>
          </p:cNvPr>
          <p:cNvCxnSpPr>
            <a:cxnSpLocks/>
          </p:cNvCxnSpPr>
          <p:nvPr/>
        </p:nvCxnSpPr>
        <p:spPr>
          <a:xfrm flipH="1">
            <a:off x="-31929" y="2281326"/>
            <a:ext cx="12223929" cy="0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A19A9BB6-8E66-0F0B-6D7D-556D5E75858C}"/>
              </a:ext>
            </a:extLst>
          </p:cNvPr>
          <p:cNvSpPr/>
          <p:nvPr/>
        </p:nvSpPr>
        <p:spPr>
          <a:xfrm>
            <a:off x="10614999" y="947908"/>
            <a:ext cx="1170838" cy="600162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>
                <a:latin typeface="Flexo" pitchFamily="50" charset="0"/>
              </a:rPr>
              <a:t>Conclusiones y Próximos Pasos </a:t>
            </a:r>
            <a:endParaRPr lang="es-PE" sz="1100" b="1" dirty="0">
              <a:latin typeface="Flexo" pitchFamily="50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EEC0DB-7779-9DF2-839A-82AB8E43C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25516"/>
            <a:ext cx="12192000" cy="3447241"/>
          </a:xfrm>
          <a:prstGeom prst="rect">
            <a:avLst/>
          </a:prstGeom>
        </p:spPr>
      </p:pic>
      <p:sp>
        <p:nvSpPr>
          <p:cNvPr id="14" name="Abrir llave 13">
            <a:extLst>
              <a:ext uri="{FF2B5EF4-FFF2-40B4-BE49-F238E27FC236}">
                <a16:creationId xmlns:a16="http://schemas.microsoft.com/office/drawing/2014/main" id="{09D4108A-195D-CF1A-3E37-A6D2111BD3FA}"/>
              </a:ext>
            </a:extLst>
          </p:cNvPr>
          <p:cNvSpPr/>
          <p:nvPr/>
        </p:nvSpPr>
        <p:spPr>
          <a:xfrm rot="5400000">
            <a:off x="3767015" y="-859433"/>
            <a:ext cx="283319" cy="756030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3959FF93-DDE3-FB82-C0D5-F5E72D89076B}"/>
              </a:ext>
            </a:extLst>
          </p:cNvPr>
          <p:cNvSpPr/>
          <p:nvPr/>
        </p:nvSpPr>
        <p:spPr>
          <a:xfrm rot="5400000">
            <a:off x="9856566" y="787780"/>
            <a:ext cx="283319" cy="425768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D2B5E45D-684B-4788-19A8-0B713A840572}"/>
              </a:ext>
            </a:extLst>
          </p:cNvPr>
          <p:cNvSpPr/>
          <p:nvPr/>
        </p:nvSpPr>
        <p:spPr>
          <a:xfrm>
            <a:off x="3330318" y="2502667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Prioridad I</a:t>
            </a:r>
          </a:p>
        </p:txBody>
      </p:sp>
      <p:sp>
        <p:nvSpPr>
          <p:cNvPr id="22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8A735C9F-10FB-0A1D-70CC-683B8B93C1F8}"/>
              </a:ext>
            </a:extLst>
          </p:cNvPr>
          <p:cNvSpPr/>
          <p:nvPr/>
        </p:nvSpPr>
        <p:spPr>
          <a:xfrm>
            <a:off x="9412806" y="2487712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Prioridad II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B6CAC93-886E-1C26-BA8B-6B38E72D328A}"/>
              </a:ext>
            </a:extLst>
          </p:cNvPr>
          <p:cNvSpPr/>
          <p:nvPr/>
        </p:nvSpPr>
        <p:spPr>
          <a:xfrm>
            <a:off x="757661" y="1841774"/>
            <a:ext cx="6931166" cy="2122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4" name="Elipse 3">
            <a:hlinkClick r:id="" action="ppaction://noaction"/>
            <a:extLst>
              <a:ext uri="{FF2B5EF4-FFF2-40B4-BE49-F238E27FC236}">
                <a16:creationId xmlns:a16="http://schemas.microsoft.com/office/drawing/2014/main" id="{2A44D5FB-E7A9-C19B-C0F6-D698B66EDBDB}"/>
              </a:ext>
            </a:extLst>
          </p:cNvPr>
          <p:cNvSpPr/>
          <p:nvPr/>
        </p:nvSpPr>
        <p:spPr>
          <a:xfrm>
            <a:off x="4323753" y="1619589"/>
            <a:ext cx="697041" cy="6389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3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7" name="Elipse 6">
            <a:hlinkClick r:id="" action="ppaction://noaction"/>
            <a:extLst>
              <a:ext uri="{FF2B5EF4-FFF2-40B4-BE49-F238E27FC236}">
                <a16:creationId xmlns:a16="http://schemas.microsoft.com/office/drawing/2014/main" id="{1A84569C-9809-3647-11B7-F1C7FAB0845D}"/>
              </a:ext>
            </a:extLst>
          </p:cNvPr>
          <p:cNvSpPr/>
          <p:nvPr/>
        </p:nvSpPr>
        <p:spPr>
          <a:xfrm>
            <a:off x="1170326" y="1629114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1</a:t>
            </a:r>
          </a:p>
        </p:txBody>
      </p:sp>
      <p:sp>
        <p:nvSpPr>
          <p:cNvPr id="9" name="Elipse 8">
            <a:hlinkClick r:id="" action="ppaction://noaction"/>
            <a:extLst>
              <a:ext uri="{FF2B5EF4-FFF2-40B4-BE49-F238E27FC236}">
                <a16:creationId xmlns:a16="http://schemas.microsoft.com/office/drawing/2014/main" id="{56EB0EB5-B746-2C90-64B0-108E456202FE}"/>
              </a:ext>
            </a:extLst>
          </p:cNvPr>
          <p:cNvSpPr/>
          <p:nvPr/>
        </p:nvSpPr>
        <p:spPr>
          <a:xfrm>
            <a:off x="2750338" y="1632850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2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10" name="Rectángulo: esquinas redondeadas 102">
            <a:hlinkClick r:id="" action="ppaction://noaction"/>
            <a:extLst>
              <a:ext uri="{FF2B5EF4-FFF2-40B4-BE49-F238E27FC236}">
                <a16:creationId xmlns:a16="http://schemas.microsoft.com/office/drawing/2014/main" id="{42A1D6D1-1BE6-8352-941B-E4E7B8902E83}"/>
              </a:ext>
            </a:extLst>
          </p:cNvPr>
          <p:cNvSpPr/>
          <p:nvPr/>
        </p:nvSpPr>
        <p:spPr>
          <a:xfrm>
            <a:off x="-21434" y="1765876"/>
            <a:ext cx="848868" cy="3639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b="1">
                <a:solidFill>
                  <a:schemeClr val="bg1"/>
                </a:solidFill>
              </a:rPr>
              <a:t>Actividades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11" name="Elipse 10">
            <a:hlinkClick r:id="" action="ppaction://noaction"/>
            <a:extLst>
              <a:ext uri="{FF2B5EF4-FFF2-40B4-BE49-F238E27FC236}">
                <a16:creationId xmlns:a16="http://schemas.microsoft.com/office/drawing/2014/main" id="{E561D82F-0E38-7EC9-06FF-87CE6F9AFFCF}"/>
              </a:ext>
            </a:extLst>
          </p:cNvPr>
          <p:cNvSpPr/>
          <p:nvPr/>
        </p:nvSpPr>
        <p:spPr>
          <a:xfrm>
            <a:off x="5930070" y="1606816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MX" sz="2700" b="1" dirty="0">
                <a:solidFill>
                  <a:schemeClr val="tx1"/>
                </a:solidFill>
                <a:latin typeface="Omnes Regular" panose="02000606040000020004" pitchFamily="50" charset="0"/>
              </a:rPr>
              <a:t>4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13" name="193 CuadroTexto">
            <a:extLst>
              <a:ext uri="{FF2B5EF4-FFF2-40B4-BE49-F238E27FC236}">
                <a16:creationId xmlns:a16="http://schemas.microsoft.com/office/drawing/2014/main" id="{4D2CDC06-E3C6-57F8-9816-840382BA143D}"/>
              </a:ext>
            </a:extLst>
          </p:cNvPr>
          <p:cNvSpPr txBox="1"/>
          <p:nvPr/>
        </p:nvSpPr>
        <p:spPr>
          <a:xfrm>
            <a:off x="915256" y="1230499"/>
            <a:ext cx="1117823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>
            <a:defPPr>
              <a:defRPr lang="es-PE"/>
            </a:defPPr>
            <a:lvl1pPr algn="ctr">
              <a:defRPr b="1">
                <a:solidFill>
                  <a:schemeClr val="bg1">
                    <a:lumMod val="75000"/>
                  </a:schemeClr>
                </a:solidFill>
                <a:latin typeface="Flexo" pitchFamily="50" charset="0"/>
              </a:defRPr>
            </a:lvl1pPr>
          </a:lstStyle>
          <a:p>
            <a:r>
              <a:rPr lang="es-PE" sz="1100" dirty="0">
                <a:solidFill>
                  <a:schemeClr val="tx1"/>
                </a:solidFill>
              </a:rPr>
              <a:t>Contexto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4F36005-33F0-DC95-B616-58556C5E25F5}"/>
              </a:ext>
            </a:extLst>
          </p:cNvPr>
          <p:cNvSpPr/>
          <p:nvPr/>
        </p:nvSpPr>
        <p:spPr>
          <a:xfrm>
            <a:off x="2472738" y="1136875"/>
            <a:ext cx="1193239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Definición de Conceptos</a:t>
            </a:r>
          </a:p>
        </p:txBody>
      </p:sp>
      <p:sp>
        <p:nvSpPr>
          <p:cNvPr id="25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EA6872E4-64E0-8DF1-A94F-3B9F79FAD012}"/>
              </a:ext>
            </a:extLst>
          </p:cNvPr>
          <p:cNvSpPr/>
          <p:nvPr/>
        </p:nvSpPr>
        <p:spPr>
          <a:xfrm>
            <a:off x="3915737" y="1098294"/>
            <a:ext cx="1513072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Homologación de conceptos</a:t>
            </a:r>
          </a:p>
        </p:txBody>
      </p:sp>
      <p:sp>
        <p:nvSpPr>
          <p:cNvPr id="26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26F03F61-24E5-A0EF-B863-2BA37541DB35}"/>
              </a:ext>
            </a:extLst>
          </p:cNvPr>
          <p:cNvSpPr/>
          <p:nvPr/>
        </p:nvSpPr>
        <p:spPr>
          <a:xfrm>
            <a:off x="5592355" y="1170949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235773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8D60FE-FDF4-5085-B225-2A444D850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1DD89D3F-1A55-8719-85EB-304385670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7" y="5889265"/>
            <a:ext cx="4394050" cy="9431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F6B60FB-BE22-9EF9-B820-B3A39A13F2D6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7AB7B4-F7F3-77FF-CC7A-DB81E6C0C446}"/>
              </a:ext>
            </a:extLst>
          </p:cNvPr>
          <p:cNvSpPr/>
          <p:nvPr/>
        </p:nvSpPr>
        <p:spPr>
          <a:xfrm>
            <a:off x="263702" y="220373"/>
            <a:ext cx="1166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Cronograma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F410DD5-E6EC-7CFF-6237-78C490EDFDFF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2A282B0-EC04-0898-A5A3-4FE1CB3AE5F2}"/>
              </a:ext>
            </a:extLst>
          </p:cNvPr>
          <p:cNvCxnSpPr>
            <a:cxnSpLocks/>
          </p:cNvCxnSpPr>
          <p:nvPr/>
        </p:nvCxnSpPr>
        <p:spPr>
          <a:xfrm flipH="1">
            <a:off x="-31929" y="2281326"/>
            <a:ext cx="12223929" cy="0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01799409-E655-3A16-1689-CDA858C88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65" y="2371611"/>
            <a:ext cx="5406257" cy="44252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0A0300-4617-85CD-FB1B-0F01FE9E4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665" y="2624358"/>
            <a:ext cx="6119212" cy="41724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D58DFC8-E7E0-8889-F2CF-7389F8C82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4468" y="4422210"/>
            <a:ext cx="1171739" cy="1467055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E33237B-2377-972E-160F-D20974A2EB6F}"/>
              </a:ext>
            </a:extLst>
          </p:cNvPr>
          <p:cNvSpPr/>
          <p:nvPr/>
        </p:nvSpPr>
        <p:spPr>
          <a:xfrm>
            <a:off x="757661" y="1841774"/>
            <a:ext cx="6931166" cy="2122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4" name="Elipse 23">
            <a:hlinkClick r:id="" action="ppaction://noaction"/>
            <a:extLst>
              <a:ext uri="{FF2B5EF4-FFF2-40B4-BE49-F238E27FC236}">
                <a16:creationId xmlns:a16="http://schemas.microsoft.com/office/drawing/2014/main" id="{CB99B34C-7D15-34B9-8281-7F391A2BD8B2}"/>
              </a:ext>
            </a:extLst>
          </p:cNvPr>
          <p:cNvSpPr/>
          <p:nvPr/>
        </p:nvSpPr>
        <p:spPr>
          <a:xfrm>
            <a:off x="4323753" y="1619589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3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25" name="Elipse 24">
            <a:hlinkClick r:id="" action="ppaction://noaction"/>
            <a:extLst>
              <a:ext uri="{FF2B5EF4-FFF2-40B4-BE49-F238E27FC236}">
                <a16:creationId xmlns:a16="http://schemas.microsoft.com/office/drawing/2014/main" id="{5111D46D-9AD4-5698-1548-E66BE0581A47}"/>
              </a:ext>
            </a:extLst>
          </p:cNvPr>
          <p:cNvSpPr/>
          <p:nvPr/>
        </p:nvSpPr>
        <p:spPr>
          <a:xfrm>
            <a:off x="1170326" y="1629114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1</a:t>
            </a:r>
          </a:p>
        </p:txBody>
      </p:sp>
      <p:sp>
        <p:nvSpPr>
          <p:cNvPr id="26" name="Elipse 25">
            <a:hlinkClick r:id="" action="ppaction://noaction"/>
            <a:extLst>
              <a:ext uri="{FF2B5EF4-FFF2-40B4-BE49-F238E27FC236}">
                <a16:creationId xmlns:a16="http://schemas.microsoft.com/office/drawing/2014/main" id="{9DB1AEFA-8312-0C31-90F6-93C53F0C83F1}"/>
              </a:ext>
            </a:extLst>
          </p:cNvPr>
          <p:cNvSpPr/>
          <p:nvPr/>
        </p:nvSpPr>
        <p:spPr>
          <a:xfrm>
            <a:off x="2750338" y="1632850"/>
            <a:ext cx="697041" cy="638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PE" sz="2700" b="1">
                <a:solidFill>
                  <a:schemeClr val="tx1"/>
                </a:solidFill>
                <a:latin typeface="Omnes Regular" panose="02000606040000020004" pitchFamily="50" charset="0"/>
              </a:rPr>
              <a:t>2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27" name="Rectángulo: esquinas redondeadas 102">
            <a:hlinkClick r:id="" action="ppaction://noaction"/>
            <a:extLst>
              <a:ext uri="{FF2B5EF4-FFF2-40B4-BE49-F238E27FC236}">
                <a16:creationId xmlns:a16="http://schemas.microsoft.com/office/drawing/2014/main" id="{0BD067AE-A292-4FDB-3995-8E82730643A2}"/>
              </a:ext>
            </a:extLst>
          </p:cNvPr>
          <p:cNvSpPr/>
          <p:nvPr/>
        </p:nvSpPr>
        <p:spPr>
          <a:xfrm>
            <a:off x="-21434" y="1765876"/>
            <a:ext cx="848868" cy="3639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b="1">
                <a:solidFill>
                  <a:schemeClr val="bg1"/>
                </a:solidFill>
              </a:rPr>
              <a:t>Actividades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8" name="Elipse 27">
            <a:hlinkClick r:id="" action="ppaction://noaction"/>
            <a:extLst>
              <a:ext uri="{FF2B5EF4-FFF2-40B4-BE49-F238E27FC236}">
                <a16:creationId xmlns:a16="http://schemas.microsoft.com/office/drawing/2014/main" id="{A5174769-0E05-F379-2087-C30F55DA7505}"/>
              </a:ext>
            </a:extLst>
          </p:cNvPr>
          <p:cNvSpPr/>
          <p:nvPr/>
        </p:nvSpPr>
        <p:spPr>
          <a:xfrm>
            <a:off x="5930070" y="1606816"/>
            <a:ext cx="697041" cy="6389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s-MX" sz="2700" b="1" dirty="0">
                <a:solidFill>
                  <a:schemeClr val="tx1"/>
                </a:solidFill>
                <a:latin typeface="Omnes Regular" panose="02000606040000020004" pitchFamily="50" charset="0"/>
              </a:rPr>
              <a:t>4</a:t>
            </a:r>
            <a:endParaRPr lang="es-PE" sz="2700" b="1" dirty="0">
              <a:solidFill>
                <a:schemeClr val="tx1"/>
              </a:solidFill>
              <a:latin typeface="Omnes Regular" panose="02000606040000020004" pitchFamily="50" charset="0"/>
            </a:endParaRPr>
          </a:p>
        </p:txBody>
      </p:sp>
      <p:sp>
        <p:nvSpPr>
          <p:cNvPr id="29" name="193 CuadroTexto">
            <a:extLst>
              <a:ext uri="{FF2B5EF4-FFF2-40B4-BE49-F238E27FC236}">
                <a16:creationId xmlns:a16="http://schemas.microsoft.com/office/drawing/2014/main" id="{312AAE24-E83F-B616-29C3-857AE8E2B886}"/>
              </a:ext>
            </a:extLst>
          </p:cNvPr>
          <p:cNvSpPr txBox="1"/>
          <p:nvPr/>
        </p:nvSpPr>
        <p:spPr>
          <a:xfrm>
            <a:off x="915256" y="1230499"/>
            <a:ext cx="1117823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>
            <a:defPPr>
              <a:defRPr lang="es-PE"/>
            </a:defPPr>
            <a:lvl1pPr algn="ctr">
              <a:defRPr b="1">
                <a:solidFill>
                  <a:schemeClr val="bg1">
                    <a:lumMod val="75000"/>
                  </a:schemeClr>
                </a:solidFill>
                <a:latin typeface="Flexo" pitchFamily="50" charset="0"/>
              </a:defRPr>
            </a:lvl1pPr>
          </a:lstStyle>
          <a:p>
            <a:r>
              <a:rPr lang="es-PE" sz="1100" dirty="0">
                <a:solidFill>
                  <a:schemeClr val="tx1"/>
                </a:solidFill>
              </a:rPr>
              <a:t>Contexto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88A5203-02CA-67F0-F863-1B4297D14332}"/>
              </a:ext>
            </a:extLst>
          </p:cNvPr>
          <p:cNvSpPr/>
          <p:nvPr/>
        </p:nvSpPr>
        <p:spPr>
          <a:xfrm>
            <a:off x="2472738" y="1136875"/>
            <a:ext cx="1193239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Definición de Conceptos</a:t>
            </a:r>
          </a:p>
        </p:txBody>
      </p:sp>
      <p:sp>
        <p:nvSpPr>
          <p:cNvPr id="32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D40FC825-D7FA-64D3-411D-A73CEB3F31AF}"/>
              </a:ext>
            </a:extLst>
          </p:cNvPr>
          <p:cNvSpPr/>
          <p:nvPr/>
        </p:nvSpPr>
        <p:spPr>
          <a:xfrm>
            <a:off x="3915737" y="1098294"/>
            <a:ext cx="1513072" cy="43088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Homologación de conceptos</a:t>
            </a:r>
          </a:p>
        </p:txBody>
      </p:sp>
      <p:sp>
        <p:nvSpPr>
          <p:cNvPr id="33" name="Rectángulo 66">
            <a:hlinkClick r:id="" action="ppaction://noaction"/>
            <a:extLst>
              <a:ext uri="{FF2B5EF4-FFF2-40B4-BE49-F238E27FC236}">
                <a16:creationId xmlns:a16="http://schemas.microsoft.com/office/drawing/2014/main" id="{B9628E9C-1A0A-E0F2-D51F-BABE50B7BFB7}"/>
              </a:ext>
            </a:extLst>
          </p:cNvPr>
          <p:cNvSpPr/>
          <p:nvPr/>
        </p:nvSpPr>
        <p:spPr>
          <a:xfrm>
            <a:off x="5592355" y="1170949"/>
            <a:ext cx="1170838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1100" b="1" dirty="0">
                <a:latin typeface="Flexo" pitchFamily="50" charset="0"/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780197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F99588-FB1B-212C-C212-E4817BD0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>
            <a:extLst>
              <a:ext uri="{FF2B5EF4-FFF2-40B4-BE49-F238E27FC236}">
                <a16:creationId xmlns:a16="http://schemas.microsoft.com/office/drawing/2014/main" id="{0951212D-31BA-F217-F90D-0E702F9D2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950" y="5931654"/>
            <a:ext cx="4394050" cy="943107"/>
          </a:xfrm>
          <a:prstGeom prst="rect">
            <a:avLst/>
          </a:prstGeom>
        </p:spPr>
      </p:pic>
      <p:sp>
        <p:nvSpPr>
          <p:cNvPr id="216" name="191 CuadroTexto">
            <a:extLst>
              <a:ext uri="{FF2B5EF4-FFF2-40B4-BE49-F238E27FC236}">
                <a16:creationId xmlns:a16="http://schemas.microsoft.com/office/drawing/2014/main" id="{454E9CA0-BE71-8196-58D1-03D0095BBCC6}"/>
              </a:ext>
            </a:extLst>
          </p:cNvPr>
          <p:cNvSpPr txBox="1"/>
          <p:nvPr/>
        </p:nvSpPr>
        <p:spPr>
          <a:xfrm>
            <a:off x="1045163" y="1193337"/>
            <a:ext cx="826293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900">
                <a:solidFill>
                  <a:schemeClr val="tx2"/>
                </a:solidFill>
                <a:latin typeface="Flexo Medium" pitchFamily="50" charset="0"/>
              </a:defRPr>
            </a:lvl1pPr>
          </a:lstStyle>
          <a:p>
            <a:endParaRPr lang="es-PE"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3DE9C280-255C-7533-BE5E-C4355D525AD9}"/>
              </a:ext>
            </a:extLst>
          </p:cNvPr>
          <p:cNvSpPr>
            <a:spLocks/>
          </p:cNvSpPr>
          <p:nvPr/>
        </p:nvSpPr>
        <p:spPr bwMode="auto">
          <a:xfrm>
            <a:off x="11831944" y="1432555"/>
            <a:ext cx="480094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26" name="AutoShape 16">
            <a:extLst>
              <a:ext uri="{FF2B5EF4-FFF2-40B4-BE49-F238E27FC236}">
                <a16:creationId xmlns:a16="http://schemas.microsoft.com/office/drawing/2014/main" id="{ECAEA33E-5ACF-8D47-4C7D-5A44D7150A40}"/>
              </a:ext>
            </a:extLst>
          </p:cNvPr>
          <p:cNvSpPr>
            <a:spLocks/>
          </p:cNvSpPr>
          <p:nvPr/>
        </p:nvSpPr>
        <p:spPr bwMode="auto">
          <a:xfrm>
            <a:off x="10934783" y="1443987"/>
            <a:ext cx="480094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F59C7C-DB93-FDF7-D3BC-27F722F3260D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760D0F7-1ABA-0D12-31D5-CC746E2D8563}"/>
              </a:ext>
            </a:extLst>
          </p:cNvPr>
          <p:cNvSpPr/>
          <p:nvPr/>
        </p:nvSpPr>
        <p:spPr>
          <a:xfrm>
            <a:off x="263702" y="220373"/>
            <a:ext cx="11664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Prospección DPM – Data Pipeline Management para ingesta al SIEM</a:t>
            </a:r>
          </a:p>
          <a:p>
            <a:endParaRPr lang="es-PE" sz="2800" b="1" dirty="0">
              <a:solidFill>
                <a:schemeClr val="bg1"/>
              </a:solidFill>
              <a:latin typeface="Flexo" pitchFamily="50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B4117AA-AA4A-6BEB-6044-8980545EEF8C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3530A06-24BD-747E-C01D-6AD561A55826}"/>
              </a:ext>
            </a:extLst>
          </p:cNvPr>
          <p:cNvCxnSpPr>
            <a:cxnSpLocks/>
          </p:cNvCxnSpPr>
          <p:nvPr/>
        </p:nvCxnSpPr>
        <p:spPr>
          <a:xfrm flipH="1">
            <a:off x="-31929" y="3933900"/>
            <a:ext cx="12223929" cy="0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ítulo 1">
            <a:extLst>
              <a:ext uri="{FF2B5EF4-FFF2-40B4-BE49-F238E27FC236}">
                <a16:creationId xmlns:a16="http://schemas.microsoft.com/office/drawing/2014/main" id="{C7BF930F-3072-2B24-F8C6-9EA4EC9EBD36}"/>
              </a:ext>
            </a:extLst>
          </p:cNvPr>
          <p:cNvSpPr txBox="1">
            <a:spLocks/>
          </p:cNvSpPr>
          <p:nvPr/>
        </p:nvSpPr>
        <p:spPr>
          <a:xfrm>
            <a:off x="2149212" y="1009446"/>
            <a:ext cx="7028155" cy="3787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2000" dirty="0">
                <a:solidFill>
                  <a:srgbClr val="002060"/>
                </a:solidFill>
                <a:latin typeface="Flexo Medium"/>
                <a:cs typeface="Flexo Medium" pitchFamily="50" charset="0"/>
              </a:rPr>
              <a:t>Roadmap General</a:t>
            </a:r>
            <a:endParaRPr lang="es-PE" sz="4400" dirty="0">
              <a:solidFill>
                <a:srgbClr val="002060"/>
              </a:solidFill>
            </a:endParaRPr>
          </a:p>
        </p:txBody>
      </p:sp>
      <p:sp>
        <p:nvSpPr>
          <p:cNvPr id="124" name="AutoShape 11">
            <a:extLst>
              <a:ext uri="{FF2B5EF4-FFF2-40B4-BE49-F238E27FC236}">
                <a16:creationId xmlns:a16="http://schemas.microsoft.com/office/drawing/2014/main" id="{324CE4BD-6031-568B-6C55-8664C5D70ADB}"/>
              </a:ext>
            </a:extLst>
          </p:cNvPr>
          <p:cNvSpPr>
            <a:spLocks/>
          </p:cNvSpPr>
          <p:nvPr/>
        </p:nvSpPr>
        <p:spPr bwMode="auto">
          <a:xfrm>
            <a:off x="2210164" y="1557197"/>
            <a:ext cx="9785074" cy="262574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25" name="AutoShape 13">
            <a:extLst>
              <a:ext uri="{FF2B5EF4-FFF2-40B4-BE49-F238E27FC236}">
                <a16:creationId xmlns:a16="http://schemas.microsoft.com/office/drawing/2014/main" id="{9BB8338C-1015-0166-D069-08A56CEF3156}"/>
              </a:ext>
            </a:extLst>
          </p:cNvPr>
          <p:cNvSpPr>
            <a:spLocks/>
          </p:cNvSpPr>
          <p:nvPr/>
        </p:nvSpPr>
        <p:spPr bwMode="auto">
          <a:xfrm>
            <a:off x="2016492" y="1474842"/>
            <a:ext cx="480094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26" name="AutoShape 16">
            <a:extLst>
              <a:ext uri="{FF2B5EF4-FFF2-40B4-BE49-F238E27FC236}">
                <a16:creationId xmlns:a16="http://schemas.microsoft.com/office/drawing/2014/main" id="{A12C1F52-34F6-3EEF-D17C-8E7F603F4DB2}"/>
              </a:ext>
            </a:extLst>
          </p:cNvPr>
          <p:cNvSpPr>
            <a:spLocks/>
          </p:cNvSpPr>
          <p:nvPr/>
        </p:nvSpPr>
        <p:spPr bwMode="auto">
          <a:xfrm>
            <a:off x="8141908" y="1453438"/>
            <a:ext cx="480094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27" name="AutoShape 19">
            <a:extLst>
              <a:ext uri="{FF2B5EF4-FFF2-40B4-BE49-F238E27FC236}">
                <a16:creationId xmlns:a16="http://schemas.microsoft.com/office/drawing/2014/main" id="{521F0F87-9D14-55D8-7169-685756857D05}"/>
              </a:ext>
            </a:extLst>
          </p:cNvPr>
          <p:cNvSpPr>
            <a:spLocks/>
          </p:cNvSpPr>
          <p:nvPr/>
        </p:nvSpPr>
        <p:spPr bwMode="auto">
          <a:xfrm>
            <a:off x="4806267" y="1458329"/>
            <a:ext cx="480094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28" name="AutoShape 28">
            <a:extLst>
              <a:ext uri="{FF2B5EF4-FFF2-40B4-BE49-F238E27FC236}">
                <a16:creationId xmlns:a16="http://schemas.microsoft.com/office/drawing/2014/main" id="{AA3EBBF5-857E-508D-9225-6D0D03B2B959}"/>
              </a:ext>
            </a:extLst>
          </p:cNvPr>
          <p:cNvSpPr>
            <a:spLocks/>
          </p:cNvSpPr>
          <p:nvPr/>
        </p:nvSpPr>
        <p:spPr bwMode="auto">
          <a:xfrm>
            <a:off x="6683339" y="1482071"/>
            <a:ext cx="478955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29" name="AutoShape 16">
            <a:extLst>
              <a:ext uri="{FF2B5EF4-FFF2-40B4-BE49-F238E27FC236}">
                <a16:creationId xmlns:a16="http://schemas.microsoft.com/office/drawing/2014/main" id="{90EC9922-830F-3125-B936-489AAA8C4371}"/>
              </a:ext>
            </a:extLst>
          </p:cNvPr>
          <p:cNvSpPr>
            <a:spLocks/>
          </p:cNvSpPr>
          <p:nvPr/>
        </p:nvSpPr>
        <p:spPr bwMode="auto">
          <a:xfrm>
            <a:off x="9450564" y="1453227"/>
            <a:ext cx="480094" cy="480218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30" name="AutoShape 14">
            <a:extLst>
              <a:ext uri="{FF2B5EF4-FFF2-40B4-BE49-F238E27FC236}">
                <a16:creationId xmlns:a16="http://schemas.microsoft.com/office/drawing/2014/main" id="{96310A10-A00D-BBD2-5AC8-7FF3596FDE5D}"/>
              </a:ext>
            </a:extLst>
          </p:cNvPr>
          <p:cNvSpPr>
            <a:spLocks/>
          </p:cNvSpPr>
          <p:nvPr/>
        </p:nvSpPr>
        <p:spPr bwMode="auto">
          <a:xfrm>
            <a:off x="2153231" y="1614840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6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31" name="AutoShape 14">
            <a:extLst>
              <a:ext uri="{FF2B5EF4-FFF2-40B4-BE49-F238E27FC236}">
                <a16:creationId xmlns:a16="http://schemas.microsoft.com/office/drawing/2014/main" id="{68EECEA0-2C51-9A27-2D7E-81BC0A18EACD}"/>
              </a:ext>
            </a:extLst>
          </p:cNvPr>
          <p:cNvSpPr>
            <a:spLocks/>
          </p:cNvSpPr>
          <p:nvPr/>
        </p:nvSpPr>
        <p:spPr bwMode="auto">
          <a:xfrm>
            <a:off x="4939527" y="1611397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32" name="AutoShape 14">
            <a:extLst>
              <a:ext uri="{FF2B5EF4-FFF2-40B4-BE49-F238E27FC236}">
                <a16:creationId xmlns:a16="http://schemas.microsoft.com/office/drawing/2014/main" id="{2AD35544-3E7F-91CB-AE63-0C79442C0BED}"/>
              </a:ext>
            </a:extLst>
          </p:cNvPr>
          <p:cNvSpPr>
            <a:spLocks/>
          </p:cNvSpPr>
          <p:nvPr/>
        </p:nvSpPr>
        <p:spPr bwMode="auto">
          <a:xfrm>
            <a:off x="6798430" y="1608477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33" name="AutoShape 14">
            <a:extLst>
              <a:ext uri="{FF2B5EF4-FFF2-40B4-BE49-F238E27FC236}">
                <a16:creationId xmlns:a16="http://schemas.microsoft.com/office/drawing/2014/main" id="{1DD874CF-0B3C-AA85-6F59-D51B4E4C83C9}"/>
              </a:ext>
            </a:extLst>
          </p:cNvPr>
          <p:cNvSpPr>
            <a:spLocks/>
          </p:cNvSpPr>
          <p:nvPr/>
        </p:nvSpPr>
        <p:spPr bwMode="auto">
          <a:xfrm>
            <a:off x="8261442" y="1594884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34" name="AutoShape 14">
            <a:extLst>
              <a:ext uri="{FF2B5EF4-FFF2-40B4-BE49-F238E27FC236}">
                <a16:creationId xmlns:a16="http://schemas.microsoft.com/office/drawing/2014/main" id="{5995C7F8-FAB5-0E3A-43D4-E27DE06A3592}"/>
              </a:ext>
            </a:extLst>
          </p:cNvPr>
          <p:cNvSpPr>
            <a:spLocks/>
          </p:cNvSpPr>
          <p:nvPr/>
        </p:nvSpPr>
        <p:spPr bwMode="auto">
          <a:xfrm>
            <a:off x="9552912" y="1601807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35" name="191 CuadroTexto">
            <a:extLst>
              <a:ext uri="{FF2B5EF4-FFF2-40B4-BE49-F238E27FC236}">
                <a16:creationId xmlns:a16="http://schemas.microsoft.com/office/drawing/2014/main" id="{EBB5B215-4D1A-F31D-5BAF-2A508AC8F5CD}"/>
              </a:ext>
            </a:extLst>
          </p:cNvPr>
          <p:cNvSpPr txBox="1"/>
          <p:nvPr/>
        </p:nvSpPr>
        <p:spPr>
          <a:xfrm>
            <a:off x="3223053" y="5140565"/>
            <a:ext cx="146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>
                <a:solidFill>
                  <a:schemeClr val="bg1"/>
                </a:solidFill>
                <a:latin typeface="Flexo Medium" pitchFamily="50" charset="0"/>
              </a:rPr>
              <a:t>Q1</a:t>
            </a:r>
          </a:p>
        </p:txBody>
      </p:sp>
      <p:sp>
        <p:nvSpPr>
          <p:cNvPr id="137" name="191 CuadroTexto">
            <a:extLst>
              <a:ext uri="{FF2B5EF4-FFF2-40B4-BE49-F238E27FC236}">
                <a16:creationId xmlns:a16="http://schemas.microsoft.com/office/drawing/2014/main" id="{5FAC0345-2AD4-A5AB-D443-247D041ADE63}"/>
              </a:ext>
            </a:extLst>
          </p:cNvPr>
          <p:cNvSpPr txBox="1"/>
          <p:nvPr/>
        </p:nvSpPr>
        <p:spPr>
          <a:xfrm>
            <a:off x="6845439" y="1574556"/>
            <a:ext cx="146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dirty="0">
                <a:solidFill>
                  <a:schemeClr val="bg1"/>
                </a:solidFill>
                <a:latin typeface="Flexo Medium" pitchFamily="50" charset="0"/>
              </a:rPr>
              <a:t>Q1 - 26</a:t>
            </a:r>
          </a:p>
        </p:txBody>
      </p:sp>
      <p:sp>
        <p:nvSpPr>
          <p:cNvPr id="138" name="AutoShape 54">
            <a:extLst>
              <a:ext uri="{FF2B5EF4-FFF2-40B4-BE49-F238E27FC236}">
                <a16:creationId xmlns:a16="http://schemas.microsoft.com/office/drawing/2014/main" id="{48582BD5-2447-6348-76BA-B3633241F0CA}"/>
              </a:ext>
            </a:extLst>
          </p:cNvPr>
          <p:cNvSpPr>
            <a:spLocks/>
          </p:cNvSpPr>
          <p:nvPr/>
        </p:nvSpPr>
        <p:spPr bwMode="auto">
          <a:xfrm rot="10800000">
            <a:off x="2137961" y="1856740"/>
            <a:ext cx="249173" cy="166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336" y="21599"/>
                </a:moveTo>
                <a:cubicBezTo>
                  <a:pt x="969" y="21599"/>
                  <a:pt x="657" y="21365"/>
                  <a:pt x="392" y="20890"/>
                </a:cubicBezTo>
                <a:cubicBezTo>
                  <a:pt x="132" y="20401"/>
                  <a:pt x="0" y="19835"/>
                  <a:pt x="0" y="19171"/>
                </a:cubicBezTo>
                <a:cubicBezTo>
                  <a:pt x="0" y="18480"/>
                  <a:pt x="135" y="17907"/>
                  <a:pt x="403" y="17419"/>
                </a:cubicBezTo>
                <a:lnTo>
                  <a:pt x="9821" y="716"/>
                </a:lnTo>
                <a:cubicBezTo>
                  <a:pt x="10089" y="240"/>
                  <a:pt x="10412" y="0"/>
                  <a:pt x="10790" y="0"/>
                </a:cubicBezTo>
                <a:cubicBezTo>
                  <a:pt x="11176" y="0"/>
                  <a:pt x="11503" y="240"/>
                  <a:pt x="11774" y="716"/>
                </a:cubicBezTo>
                <a:lnTo>
                  <a:pt x="21196" y="17419"/>
                </a:lnTo>
                <a:cubicBezTo>
                  <a:pt x="21464" y="17907"/>
                  <a:pt x="21600" y="18480"/>
                  <a:pt x="21600" y="19171"/>
                </a:cubicBezTo>
                <a:cubicBezTo>
                  <a:pt x="21600" y="19815"/>
                  <a:pt x="21467" y="20375"/>
                  <a:pt x="21203" y="20870"/>
                </a:cubicBezTo>
                <a:cubicBezTo>
                  <a:pt x="20942" y="21359"/>
                  <a:pt x="20626" y="21599"/>
                  <a:pt x="20263" y="21599"/>
                </a:cubicBezTo>
                <a:lnTo>
                  <a:pt x="1336" y="21599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lIns="19046" tIns="19046" rIns="19046" bIns="19046" anchor="ctr"/>
          <a:lstStyle/>
          <a:p>
            <a:pPr defTabSz="228555">
              <a:defRPr/>
            </a:pPr>
            <a:endParaRPr lang="es-ES" sz="15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cxnSp>
        <p:nvCxnSpPr>
          <p:cNvPr id="139" name="Straight Connector 104">
            <a:extLst>
              <a:ext uri="{FF2B5EF4-FFF2-40B4-BE49-F238E27FC236}">
                <a16:creationId xmlns:a16="http://schemas.microsoft.com/office/drawing/2014/main" id="{BC5B4764-A891-8681-A90C-4DAFA173EB20}"/>
              </a:ext>
            </a:extLst>
          </p:cNvPr>
          <p:cNvCxnSpPr>
            <a:cxnSpLocks/>
          </p:cNvCxnSpPr>
          <p:nvPr/>
        </p:nvCxnSpPr>
        <p:spPr>
          <a:xfrm flipH="1">
            <a:off x="2212869" y="1855554"/>
            <a:ext cx="25710" cy="5313259"/>
          </a:xfrm>
          <a:prstGeom prst="line">
            <a:avLst/>
          </a:prstGeom>
          <a:solidFill>
            <a:schemeClr val="bg1"/>
          </a:solidFill>
          <a:ln w="127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utoShape 54">
            <a:extLst>
              <a:ext uri="{FF2B5EF4-FFF2-40B4-BE49-F238E27FC236}">
                <a16:creationId xmlns:a16="http://schemas.microsoft.com/office/drawing/2014/main" id="{C6EFA7D2-C430-358B-FE53-DA268CF3A289}"/>
              </a:ext>
            </a:extLst>
          </p:cNvPr>
          <p:cNvSpPr>
            <a:spLocks/>
          </p:cNvSpPr>
          <p:nvPr/>
        </p:nvSpPr>
        <p:spPr bwMode="auto">
          <a:xfrm rot="10800000">
            <a:off x="4949966" y="1889156"/>
            <a:ext cx="249173" cy="166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336" y="21599"/>
                </a:moveTo>
                <a:cubicBezTo>
                  <a:pt x="969" y="21599"/>
                  <a:pt x="657" y="21365"/>
                  <a:pt x="392" y="20890"/>
                </a:cubicBezTo>
                <a:cubicBezTo>
                  <a:pt x="132" y="20401"/>
                  <a:pt x="0" y="19835"/>
                  <a:pt x="0" y="19171"/>
                </a:cubicBezTo>
                <a:cubicBezTo>
                  <a:pt x="0" y="18480"/>
                  <a:pt x="135" y="17907"/>
                  <a:pt x="403" y="17419"/>
                </a:cubicBezTo>
                <a:lnTo>
                  <a:pt x="9821" y="716"/>
                </a:lnTo>
                <a:cubicBezTo>
                  <a:pt x="10089" y="240"/>
                  <a:pt x="10412" y="0"/>
                  <a:pt x="10790" y="0"/>
                </a:cubicBezTo>
                <a:cubicBezTo>
                  <a:pt x="11176" y="0"/>
                  <a:pt x="11503" y="240"/>
                  <a:pt x="11774" y="716"/>
                </a:cubicBezTo>
                <a:lnTo>
                  <a:pt x="21196" y="17419"/>
                </a:lnTo>
                <a:cubicBezTo>
                  <a:pt x="21464" y="17907"/>
                  <a:pt x="21600" y="18480"/>
                  <a:pt x="21600" y="19171"/>
                </a:cubicBezTo>
                <a:cubicBezTo>
                  <a:pt x="21600" y="19815"/>
                  <a:pt x="21467" y="20375"/>
                  <a:pt x="21203" y="20870"/>
                </a:cubicBezTo>
                <a:cubicBezTo>
                  <a:pt x="20942" y="21359"/>
                  <a:pt x="20626" y="21599"/>
                  <a:pt x="20263" y="21599"/>
                </a:cubicBezTo>
                <a:lnTo>
                  <a:pt x="1336" y="21599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lIns="19046" tIns="19046" rIns="19046" bIns="19046" anchor="ctr"/>
          <a:lstStyle/>
          <a:p>
            <a:pPr defTabSz="228555">
              <a:defRPr/>
            </a:pPr>
            <a:endParaRPr lang="es-ES" sz="15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cxnSp>
        <p:nvCxnSpPr>
          <p:cNvPr id="141" name="Straight Connector 104">
            <a:extLst>
              <a:ext uri="{FF2B5EF4-FFF2-40B4-BE49-F238E27FC236}">
                <a16:creationId xmlns:a16="http://schemas.microsoft.com/office/drawing/2014/main" id="{023E2DE4-CA65-BF8A-07F2-64F7AFA339A9}"/>
              </a:ext>
            </a:extLst>
          </p:cNvPr>
          <p:cNvCxnSpPr>
            <a:cxnSpLocks/>
          </p:cNvCxnSpPr>
          <p:nvPr/>
        </p:nvCxnSpPr>
        <p:spPr>
          <a:xfrm flipH="1">
            <a:off x="5055799" y="1939599"/>
            <a:ext cx="9166" cy="5229214"/>
          </a:xfrm>
          <a:prstGeom prst="line">
            <a:avLst/>
          </a:prstGeom>
          <a:solidFill>
            <a:schemeClr val="bg1"/>
          </a:solidFill>
          <a:ln w="127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AutoShape 54">
            <a:extLst>
              <a:ext uri="{FF2B5EF4-FFF2-40B4-BE49-F238E27FC236}">
                <a16:creationId xmlns:a16="http://schemas.microsoft.com/office/drawing/2014/main" id="{3D48F282-A9DD-0C10-27DD-1F680EA065E3}"/>
              </a:ext>
            </a:extLst>
          </p:cNvPr>
          <p:cNvSpPr>
            <a:spLocks/>
          </p:cNvSpPr>
          <p:nvPr/>
        </p:nvSpPr>
        <p:spPr bwMode="auto">
          <a:xfrm rot="10800000">
            <a:off x="6786169" y="1855554"/>
            <a:ext cx="249173" cy="166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336" y="21599"/>
                </a:moveTo>
                <a:cubicBezTo>
                  <a:pt x="969" y="21599"/>
                  <a:pt x="657" y="21365"/>
                  <a:pt x="392" y="20890"/>
                </a:cubicBezTo>
                <a:cubicBezTo>
                  <a:pt x="132" y="20401"/>
                  <a:pt x="0" y="19835"/>
                  <a:pt x="0" y="19171"/>
                </a:cubicBezTo>
                <a:cubicBezTo>
                  <a:pt x="0" y="18480"/>
                  <a:pt x="135" y="17907"/>
                  <a:pt x="403" y="17419"/>
                </a:cubicBezTo>
                <a:lnTo>
                  <a:pt x="9821" y="716"/>
                </a:lnTo>
                <a:cubicBezTo>
                  <a:pt x="10089" y="240"/>
                  <a:pt x="10412" y="0"/>
                  <a:pt x="10790" y="0"/>
                </a:cubicBezTo>
                <a:cubicBezTo>
                  <a:pt x="11176" y="0"/>
                  <a:pt x="11503" y="240"/>
                  <a:pt x="11774" y="716"/>
                </a:cubicBezTo>
                <a:lnTo>
                  <a:pt x="21196" y="17419"/>
                </a:lnTo>
                <a:cubicBezTo>
                  <a:pt x="21464" y="17907"/>
                  <a:pt x="21600" y="18480"/>
                  <a:pt x="21600" y="19171"/>
                </a:cubicBezTo>
                <a:cubicBezTo>
                  <a:pt x="21600" y="19815"/>
                  <a:pt x="21467" y="20375"/>
                  <a:pt x="21203" y="20870"/>
                </a:cubicBezTo>
                <a:cubicBezTo>
                  <a:pt x="20942" y="21359"/>
                  <a:pt x="20626" y="21599"/>
                  <a:pt x="20263" y="21599"/>
                </a:cubicBezTo>
                <a:lnTo>
                  <a:pt x="1336" y="21599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lIns="19046" tIns="19046" rIns="19046" bIns="19046" anchor="ctr"/>
          <a:lstStyle/>
          <a:p>
            <a:pPr defTabSz="228555">
              <a:defRPr/>
            </a:pPr>
            <a:endParaRPr lang="es-ES" sz="15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cxnSp>
        <p:nvCxnSpPr>
          <p:cNvPr id="143" name="Straight Connector 104">
            <a:extLst>
              <a:ext uri="{FF2B5EF4-FFF2-40B4-BE49-F238E27FC236}">
                <a16:creationId xmlns:a16="http://schemas.microsoft.com/office/drawing/2014/main" id="{8104DFF8-2222-009E-F433-EB117FBB3502}"/>
              </a:ext>
            </a:extLst>
          </p:cNvPr>
          <p:cNvCxnSpPr>
            <a:cxnSpLocks/>
            <a:stCxn id="142" idx="0"/>
          </p:cNvCxnSpPr>
          <p:nvPr/>
        </p:nvCxnSpPr>
        <p:spPr>
          <a:xfrm>
            <a:off x="6910755" y="1938898"/>
            <a:ext cx="8148" cy="5132679"/>
          </a:xfrm>
          <a:prstGeom prst="line">
            <a:avLst/>
          </a:prstGeom>
          <a:solidFill>
            <a:schemeClr val="bg1"/>
          </a:solidFill>
          <a:ln w="127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AutoShape 54">
            <a:extLst>
              <a:ext uri="{FF2B5EF4-FFF2-40B4-BE49-F238E27FC236}">
                <a16:creationId xmlns:a16="http://schemas.microsoft.com/office/drawing/2014/main" id="{63FA085A-C785-4934-06A3-E81B3005BB1B}"/>
              </a:ext>
            </a:extLst>
          </p:cNvPr>
          <p:cNvSpPr>
            <a:spLocks/>
          </p:cNvSpPr>
          <p:nvPr/>
        </p:nvSpPr>
        <p:spPr bwMode="auto">
          <a:xfrm rot="10800000">
            <a:off x="8245496" y="1867501"/>
            <a:ext cx="249173" cy="166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336" y="21599"/>
                </a:moveTo>
                <a:cubicBezTo>
                  <a:pt x="969" y="21599"/>
                  <a:pt x="657" y="21365"/>
                  <a:pt x="392" y="20890"/>
                </a:cubicBezTo>
                <a:cubicBezTo>
                  <a:pt x="132" y="20401"/>
                  <a:pt x="0" y="19835"/>
                  <a:pt x="0" y="19171"/>
                </a:cubicBezTo>
                <a:cubicBezTo>
                  <a:pt x="0" y="18480"/>
                  <a:pt x="135" y="17907"/>
                  <a:pt x="403" y="17419"/>
                </a:cubicBezTo>
                <a:lnTo>
                  <a:pt x="9821" y="716"/>
                </a:lnTo>
                <a:cubicBezTo>
                  <a:pt x="10089" y="240"/>
                  <a:pt x="10412" y="0"/>
                  <a:pt x="10790" y="0"/>
                </a:cubicBezTo>
                <a:cubicBezTo>
                  <a:pt x="11176" y="0"/>
                  <a:pt x="11503" y="240"/>
                  <a:pt x="11774" y="716"/>
                </a:cubicBezTo>
                <a:lnTo>
                  <a:pt x="21196" y="17419"/>
                </a:lnTo>
                <a:cubicBezTo>
                  <a:pt x="21464" y="17907"/>
                  <a:pt x="21600" y="18480"/>
                  <a:pt x="21600" y="19171"/>
                </a:cubicBezTo>
                <a:cubicBezTo>
                  <a:pt x="21600" y="19815"/>
                  <a:pt x="21467" y="20375"/>
                  <a:pt x="21203" y="20870"/>
                </a:cubicBezTo>
                <a:cubicBezTo>
                  <a:pt x="20942" y="21359"/>
                  <a:pt x="20626" y="21599"/>
                  <a:pt x="20263" y="21599"/>
                </a:cubicBezTo>
                <a:lnTo>
                  <a:pt x="1336" y="21599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lIns="19046" tIns="19046" rIns="19046" bIns="19046" anchor="ctr"/>
          <a:lstStyle/>
          <a:p>
            <a:pPr defTabSz="228555">
              <a:defRPr/>
            </a:pPr>
            <a:endParaRPr lang="es-ES" sz="15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cxnSp>
        <p:nvCxnSpPr>
          <p:cNvPr id="145" name="Straight Connector 104">
            <a:extLst>
              <a:ext uri="{FF2B5EF4-FFF2-40B4-BE49-F238E27FC236}">
                <a16:creationId xmlns:a16="http://schemas.microsoft.com/office/drawing/2014/main" id="{D6613004-9FF4-FDF5-3441-2CAD88C32D5D}"/>
              </a:ext>
            </a:extLst>
          </p:cNvPr>
          <p:cNvCxnSpPr>
            <a:cxnSpLocks/>
            <a:stCxn id="144" idx="0"/>
          </p:cNvCxnSpPr>
          <p:nvPr/>
        </p:nvCxnSpPr>
        <p:spPr>
          <a:xfrm>
            <a:off x="8370082" y="1950845"/>
            <a:ext cx="1857" cy="4971248"/>
          </a:xfrm>
          <a:prstGeom prst="line">
            <a:avLst/>
          </a:prstGeom>
          <a:solidFill>
            <a:schemeClr val="bg1"/>
          </a:solidFill>
          <a:ln w="127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191 CuadroTexto">
            <a:extLst>
              <a:ext uri="{FF2B5EF4-FFF2-40B4-BE49-F238E27FC236}">
                <a16:creationId xmlns:a16="http://schemas.microsoft.com/office/drawing/2014/main" id="{FDCEE081-09A1-DC9A-4BBB-5E5F335EED03}"/>
              </a:ext>
            </a:extLst>
          </p:cNvPr>
          <p:cNvSpPr txBox="1"/>
          <p:nvPr/>
        </p:nvSpPr>
        <p:spPr>
          <a:xfrm>
            <a:off x="2807858" y="1587028"/>
            <a:ext cx="146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dirty="0">
                <a:solidFill>
                  <a:schemeClr val="bg1"/>
                </a:solidFill>
                <a:latin typeface="Flexo Medium" pitchFamily="50" charset="0"/>
              </a:rPr>
              <a:t>Q3 - 25 </a:t>
            </a:r>
          </a:p>
        </p:txBody>
      </p:sp>
      <p:sp>
        <p:nvSpPr>
          <p:cNvPr id="151" name="191 CuadroTexto">
            <a:extLst>
              <a:ext uri="{FF2B5EF4-FFF2-40B4-BE49-F238E27FC236}">
                <a16:creationId xmlns:a16="http://schemas.microsoft.com/office/drawing/2014/main" id="{C7C9D802-0BAE-1182-FE3E-0F30016C37F7}"/>
              </a:ext>
            </a:extLst>
          </p:cNvPr>
          <p:cNvSpPr txBox="1"/>
          <p:nvPr/>
        </p:nvSpPr>
        <p:spPr>
          <a:xfrm>
            <a:off x="5203004" y="1623456"/>
            <a:ext cx="146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dirty="0">
                <a:solidFill>
                  <a:schemeClr val="bg1"/>
                </a:solidFill>
                <a:latin typeface="Flexo Medium" pitchFamily="50" charset="0"/>
              </a:rPr>
              <a:t>Q4 - 25</a:t>
            </a:r>
          </a:p>
        </p:txBody>
      </p:sp>
      <p:sp>
        <p:nvSpPr>
          <p:cNvPr id="152" name="191 CuadroTexto">
            <a:extLst>
              <a:ext uri="{FF2B5EF4-FFF2-40B4-BE49-F238E27FC236}">
                <a16:creationId xmlns:a16="http://schemas.microsoft.com/office/drawing/2014/main" id="{A3FB25A5-9EB5-40BB-0ED0-E539C2906CE1}"/>
              </a:ext>
            </a:extLst>
          </p:cNvPr>
          <p:cNvSpPr txBox="1"/>
          <p:nvPr/>
        </p:nvSpPr>
        <p:spPr>
          <a:xfrm>
            <a:off x="8183204" y="1556370"/>
            <a:ext cx="146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dirty="0">
                <a:solidFill>
                  <a:schemeClr val="bg1"/>
                </a:solidFill>
                <a:latin typeface="Flexo Medium" pitchFamily="50" charset="0"/>
              </a:rPr>
              <a:t>Q2 - 26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69D38732-55D4-1EF5-0FC6-8AC6C6EBCE32}"/>
              </a:ext>
            </a:extLst>
          </p:cNvPr>
          <p:cNvSpPr txBox="1"/>
          <p:nvPr/>
        </p:nvSpPr>
        <p:spPr>
          <a:xfrm>
            <a:off x="1000268" y="1156132"/>
            <a:ext cx="129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chemeClr val="accent1">
                    <a:lumMod val="50000"/>
                  </a:schemeClr>
                </a:solidFill>
              </a:rPr>
              <a:t>Actividades</a:t>
            </a:r>
          </a:p>
        </p:txBody>
      </p:sp>
      <p:sp>
        <p:nvSpPr>
          <p:cNvPr id="170" name="AutoShape 54">
            <a:extLst>
              <a:ext uri="{FF2B5EF4-FFF2-40B4-BE49-F238E27FC236}">
                <a16:creationId xmlns:a16="http://schemas.microsoft.com/office/drawing/2014/main" id="{4A4813D1-4B2B-95CE-1384-31188EF50AA6}"/>
              </a:ext>
            </a:extLst>
          </p:cNvPr>
          <p:cNvSpPr>
            <a:spLocks/>
          </p:cNvSpPr>
          <p:nvPr/>
        </p:nvSpPr>
        <p:spPr bwMode="auto">
          <a:xfrm rot="10800000">
            <a:off x="9552912" y="1806215"/>
            <a:ext cx="249173" cy="166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336" y="21599"/>
                </a:moveTo>
                <a:cubicBezTo>
                  <a:pt x="969" y="21599"/>
                  <a:pt x="657" y="21365"/>
                  <a:pt x="392" y="20890"/>
                </a:cubicBezTo>
                <a:cubicBezTo>
                  <a:pt x="132" y="20401"/>
                  <a:pt x="0" y="19835"/>
                  <a:pt x="0" y="19171"/>
                </a:cubicBezTo>
                <a:cubicBezTo>
                  <a:pt x="0" y="18480"/>
                  <a:pt x="135" y="17907"/>
                  <a:pt x="403" y="17419"/>
                </a:cubicBezTo>
                <a:lnTo>
                  <a:pt x="9821" y="716"/>
                </a:lnTo>
                <a:cubicBezTo>
                  <a:pt x="10089" y="240"/>
                  <a:pt x="10412" y="0"/>
                  <a:pt x="10790" y="0"/>
                </a:cubicBezTo>
                <a:cubicBezTo>
                  <a:pt x="11176" y="0"/>
                  <a:pt x="11503" y="240"/>
                  <a:pt x="11774" y="716"/>
                </a:cubicBezTo>
                <a:lnTo>
                  <a:pt x="21196" y="17419"/>
                </a:lnTo>
                <a:cubicBezTo>
                  <a:pt x="21464" y="17907"/>
                  <a:pt x="21600" y="18480"/>
                  <a:pt x="21600" y="19171"/>
                </a:cubicBezTo>
                <a:cubicBezTo>
                  <a:pt x="21600" y="19815"/>
                  <a:pt x="21467" y="20375"/>
                  <a:pt x="21203" y="20870"/>
                </a:cubicBezTo>
                <a:cubicBezTo>
                  <a:pt x="20942" y="21359"/>
                  <a:pt x="20626" y="21599"/>
                  <a:pt x="20263" y="21599"/>
                </a:cubicBezTo>
                <a:lnTo>
                  <a:pt x="1336" y="21599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lIns="19046" tIns="19046" rIns="19046" bIns="19046" anchor="ctr"/>
          <a:lstStyle/>
          <a:p>
            <a:pPr defTabSz="228555">
              <a:defRPr/>
            </a:pPr>
            <a:endParaRPr lang="es-ES" sz="15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cxnSp>
        <p:nvCxnSpPr>
          <p:cNvPr id="171" name="Straight Connector 104">
            <a:extLst>
              <a:ext uri="{FF2B5EF4-FFF2-40B4-BE49-F238E27FC236}">
                <a16:creationId xmlns:a16="http://schemas.microsoft.com/office/drawing/2014/main" id="{D07FA753-D4B4-4EA5-0384-987CDF216C9D}"/>
              </a:ext>
            </a:extLst>
          </p:cNvPr>
          <p:cNvCxnSpPr>
            <a:cxnSpLocks/>
          </p:cNvCxnSpPr>
          <p:nvPr/>
        </p:nvCxnSpPr>
        <p:spPr>
          <a:xfrm>
            <a:off x="9687731" y="1799512"/>
            <a:ext cx="1857" cy="5132679"/>
          </a:xfrm>
          <a:prstGeom prst="line">
            <a:avLst/>
          </a:prstGeom>
          <a:solidFill>
            <a:schemeClr val="bg1"/>
          </a:solidFill>
          <a:ln w="127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AutoShape 14">
            <a:extLst>
              <a:ext uri="{FF2B5EF4-FFF2-40B4-BE49-F238E27FC236}">
                <a16:creationId xmlns:a16="http://schemas.microsoft.com/office/drawing/2014/main" id="{D271F175-7088-2D97-8539-303BCF3300D9}"/>
              </a:ext>
            </a:extLst>
          </p:cNvPr>
          <p:cNvSpPr>
            <a:spLocks/>
          </p:cNvSpPr>
          <p:nvPr/>
        </p:nvSpPr>
        <p:spPr bwMode="auto">
          <a:xfrm>
            <a:off x="11783627" y="7183459"/>
            <a:ext cx="122599" cy="131041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188" name="Rectángulo: esquinas redondeadas 187">
            <a:extLst>
              <a:ext uri="{FF2B5EF4-FFF2-40B4-BE49-F238E27FC236}">
                <a16:creationId xmlns:a16="http://schemas.microsoft.com/office/drawing/2014/main" id="{27D3B9F9-E4EE-FD96-E78B-38D6F4FEF56E}"/>
              </a:ext>
            </a:extLst>
          </p:cNvPr>
          <p:cNvSpPr/>
          <p:nvPr/>
        </p:nvSpPr>
        <p:spPr>
          <a:xfrm>
            <a:off x="47647" y="1918477"/>
            <a:ext cx="922303" cy="4482237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Estandarizaciones Corporativas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190" name="191 CuadroTexto">
            <a:extLst>
              <a:ext uri="{FF2B5EF4-FFF2-40B4-BE49-F238E27FC236}">
                <a16:creationId xmlns:a16="http://schemas.microsoft.com/office/drawing/2014/main" id="{F6EDBB9C-5B67-1754-4103-1E8E7D82B702}"/>
              </a:ext>
            </a:extLst>
          </p:cNvPr>
          <p:cNvSpPr txBox="1"/>
          <p:nvPr/>
        </p:nvSpPr>
        <p:spPr>
          <a:xfrm>
            <a:off x="2345449" y="1880471"/>
            <a:ext cx="2214928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Identificación de alcance y necesidad</a:t>
            </a:r>
          </a:p>
        </p:txBody>
      </p:sp>
      <p:sp>
        <p:nvSpPr>
          <p:cNvPr id="191" name="191 CuadroTexto">
            <a:extLst>
              <a:ext uri="{FF2B5EF4-FFF2-40B4-BE49-F238E27FC236}">
                <a16:creationId xmlns:a16="http://schemas.microsoft.com/office/drawing/2014/main" id="{368BD1EA-626A-D731-1138-E56A5F9A1747}"/>
              </a:ext>
            </a:extLst>
          </p:cNvPr>
          <p:cNvSpPr txBox="1"/>
          <p:nvPr/>
        </p:nvSpPr>
        <p:spPr>
          <a:xfrm>
            <a:off x="2345814" y="2149377"/>
            <a:ext cx="246216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Coordinaciones internas para levantamiento de información </a:t>
            </a:r>
          </a:p>
        </p:txBody>
      </p:sp>
      <p:sp>
        <p:nvSpPr>
          <p:cNvPr id="197" name="191 CuadroTexto">
            <a:extLst>
              <a:ext uri="{FF2B5EF4-FFF2-40B4-BE49-F238E27FC236}">
                <a16:creationId xmlns:a16="http://schemas.microsoft.com/office/drawing/2014/main" id="{C738224A-D2DF-7615-97BE-FFDCE8DCEC16}"/>
              </a:ext>
            </a:extLst>
          </p:cNvPr>
          <p:cNvSpPr txBox="1"/>
          <p:nvPr/>
        </p:nvSpPr>
        <p:spPr>
          <a:xfrm>
            <a:off x="2330126" y="2928247"/>
            <a:ext cx="250904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Registro de capacidades en inventario de seguridad</a:t>
            </a:r>
          </a:p>
        </p:txBody>
      </p:sp>
      <p:cxnSp>
        <p:nvCxnSpPr>
          <p:cNvPr id="218" name="Straight Connector 104">
            <a:extLst>
              <a:ext uri="{FF2B5EF4-FFF2-40B4-BE49-F238E27FC236}">
                <a16:creationId xmlns:a16="http://schemas.microsoft.com/office/drawing/2014/main" id="{53094519-F18B-D7DF-C87F-44196713326D}"/>
              </a:ext>
            </a:extLst>
          </p:cNvPr>
          <p:cNvCxnSpPr>
            <a:cxnSpLocks/>
          </p:cNvCxnSpPr>
          <p:nvPr/>
        </p:nvCxnSpPr>
        <p:spPr>
          <a:xfrm>
            <a:off x="121459" y="6594657"/>
            <a:ext cx="12199749" cy="24722"/>
          </a:xfrm>
          <a:prstGeom prst="line">
            <a:avLst/>
          </a:prstGeom>
          <a:solidFill>
            <a:schemeClr val="bg1"/>
          </a:solidFill>
          <a:ln w="127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191 CuadroTexto">
            <a:extLst>
              <a:ext uri="{FF2B5EF4-FFF2-40B4-BE49-F238E27FC236}">
                <a16:creationId xmlns:a16="http://schemas.microsoft.com/office/drawing/2014/main" id="{5AE95D71-20F1-286E-CAAD-D9DC0965AB73}"/>
              </a:ext>
            </a:extLst>
          </p:cNvPr>
          <p:cNvSpPr txBox="1"/>
          <p:nvPr/>
        </p:nvSpPr>
        <p:spPr>
          <a:xfrm>
            <a:off x="2322376" y="2652203"/>
            <a:ext cx="2509044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RFP </a:t>
            </a:r>
            <a:r>
              <a:rPr lang="es-PE" sz="900" dirty="0" err="1">
                <a:solidFill>
                  <a:schemeClr val="tx2"/>
                </a:solidFill>
                <a:latin typeface="Flexo Medium" pitchFamily="50" charset="0"/>
              </a:rPr>
              <a:t>SIEM+SOAR+FdI</a:t>
            </a:r>
            <a:endParaRPr lang="es-PE" sz="900" dirty="0">
              <a:solidFill>
                <a:schemeClr val="tx2"/>
              </a:solidFill>
              <a:latin typeface="Flexo Medium" pitchFamily="50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CCEEB5D-8FB2-EC6C-F5BB-E753D64D22D8}"/>
              </a:ext>
            </a:extLst>
          </p:cNvPr>
          <p:cNvSpPr/>
          <p:nvPr/>
        </p:nvSpPr>
        <p:spPr>
          <a:xfrm>
            <a:off x="1045163" y="1887418"/>
            <a:ext cx="1149880" cy="19885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FASE 0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7" name="191 CuadroTexto">
            <a:extLst>
              <a:ext uri="{FF2B5EF4-FFF2-40B4-BE49-F238E27FC236}">
                <a16:creationId xmlns:a16="http://schemas.microsoft.com/office/drawing/2014/main" id="{90848B91-C508-8BBA-E52A-402A9E88E74C}"/>
              </a:ext>
            </a:extLst>
          </p:cNvPr>
          <p:cNvSpPr txBox="1"/>
          <p:nvPr/>
        </p:nvSpPr>
        <p:spPr>
          <a:xfrm>
            <a:off x="2321303" y="3374453"/>
            <a:ext cx="2403563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Presentación de resultados al solicitante</a:t>
            </a:r>
          </a:p>
        </p:txBody>
      </p:sp>
      <p:sp>
        <p:nvSpPr>
          <p:cNvPr id="10" name="191 CuadroTexto">
            <a:extLst>
              <a:ext uri="{FF2B5EF4-FFF2-40B4-BE49-F238E27FC236}">
                <a16:creationId xmlns:a16="http://schemas.microsoft.com/office/drawing/2014/main" id="{38E95D54-4424-4B6C-1A90-A6395710E598}"/>
              </a:ext>
            </a:extLst>
          </p:cNvPr>
          <p:cNvSpPr txBox="1"/>
          <p:nvPr/>
        </p:nvSpPr>
        <p:spPr>
          <a:xfrm>
            <a:off x="2533653" y="3987381"/>
            <a:ext cx="2153584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Levantamiento de información AS-IS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C63BECE-E347-BBAF-BECA-135CAC0B6DD5}"/>
              </a:ext>
            </a:extLst>
          </p:cNvPr>
          <p:cNvSpPr/>
          <p:nvPr/>
        </p:nvSpPr>
        <p:spPr>
          <a:xfrm>
            <a:off x="1025955" y="3964755"/>
            <a:ext cx="1164517" cy="10180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FASE 1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13" name="191 CuadroTexto">
            <a:extLst>
              <a:ext uri="{FF2B5EF4-FFF2-40B4-BE49-F238E27FC236}">
                <a16:creationId xmlns:a16="http://schemas.microsoft.com/office/drawing/2014/main" id="{4B8B9EE6-80F6-9CAE-2924-D51C4342B2BD}"/>
              </a:ext>
            </a:extLst>
          </p:cNvPr>
          <p:cNvSpPr txBox="1"/>
          <p:nvPr/>
        </p:nvSpPr>
        <p:spPr>
          <a:xfrm>
            <a:off x="3372649" y="4290680"/>
            <a:ext cx="1890721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Prospección TO-BE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F2C2C11-B8B0-9557-1453-B2A985CF62AD}"/>
              </a:ext>
            </a:extLst>
          </p:cNvPr>
          <p:cNvSpPr/>
          <p:nvPr/>
        </p:nvSpPr>
        <p:spPr>
          <a:xfrm>
            <a:off x="1000268" y="5053703"/>
            <a:ext cx="1188364" cy="134701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Fase 2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16" name="191 CuadroTexto">
            <a:extLst>
              <a:ext uri="{FF2B5EF4-FFF2-40B4-BE49-F238E27FC236}">
                <a16:creationId xmlns:a16="http://schemas.microsoft.com/office/drawing/2014/main" id="{941875C8-EB96-195B-F9A0-8C8A5344442E}"/>
              </a:ext>
            </a:extLst>
          </p:cNvPr>
          <p:cNvSpPr txBox="1"/>
          <p:nvPr/>
        </p:nvSpPr>
        <p:spPr>
          <a:xfrm>
            <a:off x="5055799" y="4837604"/>
            <a:ext cx="13161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Sustentación de TSI</a:t>
            </a:r>
          </a:p>
        </p:txBody>
      </p:sp>
      <p:sp>
        <p:nvSpPr>
          <p:cNvPr id="22" name="191 CuadroTexto">
            <a:extLst>
              <a:ext uri="{FF2B5EF4-FFF2-40B4-BE49-F238E27FC236}">
                <a16:creationId xmlns:a16="http://schemas.microsoft.com/office/drawing/2014/main" id="{513C406B-50C5-7246-B534-52727936820F}"/>
              </a:ext>
            </a:extLst>
          </p:cNvPr>
          <p:cNvSpPr txBox="1"/>
          <p:nvPr/>
        </p:nvSpPr>
        <p:spPr>
          <a:xfrm>
            <a:off x="9591011" y="1590368"/>
            <a:ext cx="146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dirty="0">
                <a:solidFill>
                  <a:schemeClr val="bg1"/>
                </a:solidFill>
                <a:latin typeface="Flexo Medium" pitchFamily="50" charset="0"/>
              </a:rPr>
              <a:t>Q3 - 26</a:t>
            </a:r>
          </a:p>
        </p:txBody>
      </p:sp>
      <p:sp>
        <p:nvSpPr>
          <p:cNvPr id="24" name="AutoShape 14">
            <a:extLst>
              <a:ext uri="{FF2B5EF4-FFF2-40B4-BE49-F238E27FC236}">
                <a16:creationId xmlns:a16="http://schemas.microsoft.com/office/drawing/2014/main" id="{EE89836D-ABC0-408D-9609-0D31B509E839}"/>
              </a:ext>
            </a:extLst>
          </p:cNvPr>
          <p:cNvSpPr>
            <a:spLocks/>
          </p:cNvSpPr>
          <p:nvPr/>
        </p:nvSpPr>
        <p:spPr bwMode="auto">
          <a:xfrm>
            <a:off x="11052990" y="1583622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66624CEC-25E3-F8EB-52D5-30A38CBB9092}"/>
              </a:ext>
            </a:extLst>
          </p:cNvPr>
          <p:cNvSpPr>
            <a:spLocks/>
          </p:cNvSpPr>
          <p:nvPr/>
        </p:nvSpPr>
        <p:spPr bwMode="auto">
          <a:xfrm>
            <a:off x="11977359" y="1569111"/>
            <a:ext cx="207055" cy="20710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bg1">
              <a:lumMod val="95000"/>
            </a:schemeClr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Lato"/>
              <a:cs typeface="Lato"/>
              <a:sym typeface="Gill Sans" charset="0"/>
            </a:endParaRPr>
          </a:p>
        </p:txBody>
      </p:sp>
      <p:sp>
        <p:nvSpPr>
          <p:cNvPr id="28" name="191 CuadroTexto">
            <a:extLst>
              <a:ext uri="{FF2B5EF4-FFF2-40B4-BE49-F238E27FC236}">
                <a16:creationId xmlns:a16="http://schemas.microsoft.com/office/drawing/2014/main" id="{55E2D345-D3D8-AB5A-7190-64BEC3B664BB}"/>
              </a:ext>
            </a:extLst>
          </p:cNvPr>
          <p:cNvSpPr txBox="1"/>
          <p:nvPr/>
        </p:nvSpPr>
        <p:spPr>
          <a:xfrm>
            <a:off x="11079316" y="1574263"/>
            <a:ext cx="12360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dirty="0">
                <a:solidFill>
                  <a:schemeClr val="bg1"/>
                </a:solidFill>
                <a:latin typeface="Flexo Medium" pitchFamily="50" charset="0"/>
              </a:rPr>
              <a:t>Q4 - 26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B8DC1D6-FC2A-AC3E-D224-E60AEEFF1906}"/>
              </a:ext>
            </a:extLst>
          </p:cNvPr>
          <p:cNvSpPr/>
          <p:nvPr/>
        </p:nvSpPr>
        <p:spPr>
          <a:xfrm>
            <a:off x="1997512" y="1708876"/>
            <a:ext cx="615039" cy="20005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700" b="1" dirty="0">
                <a:latin typeface="Flexo" pitchFamily="50" charset="0"/>
              </a:rPr>
              <a:t>07/</a:t>
            </a:r>
            <a:r>
              <a:rPr lang="es-PE" sz="700" b="1" dirty="0" err="1">
                <a:latin typeface="Flexo" pitchFamily="50" charset="0"/>
              </a:rPr>
              <a:t>Ago</a:t>
            </a:r>
            <a:endParaRPr lang="es-PE" sz="700" b="1" dirty="0">
              <a:latin typeface="Flexo" pitchFamily="50" charset="0"/>
            </a:endParaRPr>
          </a:p>
        </p:txBody>
      </p:sp>
      <p:sp>
        <p:nvSpPr>
          <p:cNvPr id="19" name="Rombo 18">
            <a:extLst>
              <a:ext uri="{FF2B5EF4-FFF2-40B4-BE49-F238E27FC236}">
                <a16:creationId xmlns:a16="http://schemas.microsoft.com/office/drawing/2014/main" id="{2C4CA155-2F4B-9AEC-CA56-ABB2254DF09D}"/>
              </a:ext>
            </a:extLst>
          </p:cNvPr>
          <p:cNvSpPr/>
          <p:nvPr/>
        </p:nvSpPr>
        <p:spPr>
          <a:xfrm>
            <a:off x="2197803" y="1902392"/>
            <a:ext cx="155295" cy="16202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ombo 19">
            <a:extLst>
              <a:ext uri="{FF2B5EF4-FFF2-40B4-BE49-F238E27FC236}">
                <a16:creationId xmlns:a16="http://schemas.microsoft.com/office/drawing/2014/main" id="{1E21D6C3-575C-22B8-6D73-0AB601A2C6DD}"/>
              </a:ext>
            </a:extLst>
          </p:cNvPr>
          <p:cNvSpPr/>
          <p:nvPr/>
        </p:nvSpPr>
        <p:spPr>
          <a:xfrm>
            <a:off x="4625576" y="3434146"/>
            <a:ext cx="155295" cy="16202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hlinkClick r:id="" action="ppaction://noaction"/>
            <a:extLst>
              <a:ext uri="{FF2B5EF4-FFF2-40B4-BE49-F238E27FC236}">
                <a16:creationId xmlns:a16="http://schemas.microsoft.com/office/drawing/2014/main" id="{86FD1684-F209-A2B6-786B-ABEA7A650D41}"/>
              </a:ext>
            </a:extLst>
          </p:cNvPr>
          <p:cNvSpPr/>
          <p:nvPr/>
        </p:nvSpPr>
        <p:spPr>
          <a:xfrm>
            <a:off x="6283316" y="4834681"/>
            <a:ext cx="563024" cy="20005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700" b="1" dirty="0">
                <a:latin typeface="Flexo" pitchFamily="50" charset="0"/>
              </a:rPr>
              <a:t>21/</a:t>
            </a:r>
            <a:r>
              <a:rPr lang="es-PE" sz="700" b="1" dirty="0" err="1">
                <a:latin typeface="Flexo" pitchFamily="50" charset="0"/>
              </a:rPr>
              <a:t>Sep</a:t>
            </a:r>
            <a:endParaRPr lang="es-PE" sz="700" b="1" dirty="0">
              <a:latin typeface="Flexo" pitchFamily="50" charset="0"/>
            </a:endParaRPr>
          </a:p>
        </p:txBody>
      </p:sp>
      <p:sp>
        <p:nvSpPr>
          <p:cNvPr id="29" name="Rombo 28">
            <a:extLst>
              <a:ext uri="{FF2B5EF4-FFF2-40B4-BE49-F238E27FC236}">
                <a16:creationId xmlns:a16="http://schemas.microsoft.com/office/drawing/2014/main" id="{9E5CC42D-7C2E-B482-C9A4-C6F446A104E3}"/>
              </a:ext>
            </a:extLst>
          </p:cNvPr>
          <p:cNvSpPr/>
          <p:nvPr/>
        </p:nvSpPr>
        <p:spPr>
          <a:xfrm>
            <a:off x="6210037" y="4850802"/>
            <a:ext cx="155295" cy="16202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191 CuadroTexto">
            <a:extLst>
              <a:ext uri="{FF2B5EF4-FFF2-40B4-BE49-F238E27FC236}">
                <a16:creationId xmlns:a16="http://schemas.microsoft.com/office/drawing/2014/main" id="{E57124BF-71C1-4519-3531-9F9C01E18A6B}"/>
              </a:ext>
            </a:extLst>
          </p:cNvPr>
          <p:cNvSpPr txBox="1"/>
          <p:nvPr/>
        </p:nvSpPr>
        <p:spPr>
          <a:xfrm>
            <a:off x="3388840" y="4586191"/>
            <a:ext cx="1890721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Dimensionamiento (Credicorp)</a:t>
            </a:r>
          </a:p>
        </p:txBody>
      </p:sp>
      <p:sp>
        <p:nvSpPr>
          <p:cNvPr id="42" name="Rectángulo 41">
            <a:hlinkClick r:id="" action="ppaction://noaction"/>
            <a:extLst>
              <a:ext uri="{FF2B5EF4-FFF2-40B4-BE49-F238E27FC236}">
                <a16:creationId xmlns:a16="http://schemas.microsoft.com/office/drawing/2014/main" id="{AD4BF2EF-3F62-D514-0445-2DD9F72DE6DD}"/>
              </a:ext>
            </a:extLst>
          </p:cNvPr>
          <p:cNvSpPr/>
          <p:nvPr/>
        </p:nvSpPr>
        <p:spPr>
          <a:xfrm>
            <a:off x="4684487" y="3424492"/>
            <a:ext cx="563024" cy="20005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700" b="1" dirty="0">
                <a:latin typeface="Flexo" pitchFamily="50" charset="0"/>
              </a:rPr>
              <a:t>05/</a:t>
            </a:r>
            <a:r>
              <a:rPr lang="es-PE" sz="700" b="1" dirty="0" err="1">
                <a:latin typeface="Flexo" pitchFamily="50" charset="0"/>
              </a:rPr>
              <a:t>Sep</a:t>
            </a:r>
            <a:endParaRPr lang="es-PE" sz="700" b="1" dirty="0">
              <a:latin typeface="Flexo" pitchFamily="50" charset="0"/>
            </a:endParaRPr>
          </a:p>
        </p:txBody>
      </p:sp>
      <p:sp>
        <p:nvSpPr>
          <p:cNvPr id="45" name="191 CuadroTexto">
            <a:extLst>
              <a:ext uri="{FF2B5EF4-FFF2-40B4-BE49-F238E27FC236}">
                <a16:creationId xmlns:a16="http://schemas.microsoft.com/office/drawing/2014/main" id="{803C107F-9638-258F-D231-75A45A53C6C0}"/>
              </a:ext>
            </a:extLst>
          </p:cNvPr>
          <p:cNvSpPr txBox="1"/>
          <p:nvPr/>
        </p:nvSpPr>
        <p:spPr>
          <a:xfrm>
            <a:off x="4908668" y="5259113"/>
            <a:ext cx="2153584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Levantamiento de información AS-IS</a:t>
            </a:r>
          </a:p>
        </p:txBody>
      </p:sp>
      <p:sp>
        <p:nvSpPr>
          <p:cNvPr id="46" name="191 CuadroTexto">
            <a:extLst>
              <a:ext uri="{FF2B5EF4-FFF2-40B4-BE49-F238E27FC236}">
                <a16:creationId xmlns:a16="http://schemas.microsoft.com/office/drawing/2014/main" id="{3AB8FED8-D07C-EB14-63EE-1BB8178375F4}"/>
              </a:ext>
            </a:extLst>
          </p:cNvPr>
          <p:cNvSpPr txBox="1"/>
          <p:nvPr/>
        </p:nvSpPr>
        <p:spPr>
          <a:xfrm>
            <a:off x="5747664" y="5562412"/>
            <a:ext cx="1582635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Prospección TO-BE</a:t>
            </a:r>
          </a:p>
        </p:txBody>
      </p:sp>
      <p:sp>
        <p:nvSpPr>
          <p:cNvPr id="47" name="191 CuadroTexto">
            <a:extLst>
              <a:ext uri="{FF2B5EF4-FFF2-40B4-BE49-F238E27FC236}">
                <a16:creationId xmlns:a16="http://schemas.microsoft.com/office/drawing/2014/main" id="{62357D4F-462B-2011-E962-E7D351A06C0B}"/>
              </a:ext>
            </a:extLst>
          </p:cNvPr>
          <p:cNvSpPr txBox="1"/>
          <p:nvPr/>
        </p:nvSpPr>
        <p:spPr>
          <a:xfrm>
            <a:off x="6217528" y="6137973"/>
            <a:ext cx="13161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Sustentación de TSI</a:t>
            </a:r>
          </a:p>
        </p:txBody>
      </p:sp>
      <p:sp>
        <p:nvSpPr>
          <p:cNvPr id="48" name="Rectángulo 47">
            <a:hlinkClick r:id="" action="ppaction://noaction"/>
            <a:extLst>
              <a:ext uri="{FF2B5EF4-FFF2-40B4-BE49-F238E27FC236}">
                <a16:creationId xmlns:a16="http://schemas.microsoft.com/office/drawing/2014/main" id="{F63DACBF-B451-1045-4D86-66224D2769FC}"/>
              </a:ext>
            </a:extLst>
          </p:cNvPr>
          <p:cNvSpPr/>
          <p:nvPr/>
        </p:nvSpPr>
        <p:spPr>
          <a:xfrm>
            <a:off x="7331204" y="6116855"/>
            <a:ext cx="563024" cy="20005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s-PE" sz="700" b="1" dirty="0">
                <a:latin typeface="Flexo" pitchFamily="50" charset="0"/>
              </a:rPr>
              <a:t>15/Ene</a:t>
            </a:r>
          </a:p>
        </p:txBody>
      </p:sp>
      <p:sp>
        <p:nvSpPr>
          <p:cNvPr id="49" name="191 CuadroTexto">
            <a:extLst>
              <a:ext uri="{FF2B5EF4-FFF2-40B4-BE49-F238E27FC236}">
                <a16:creationId xmlns:a16="http://schemas.microsoft.com/office/drawing/2014/main" id="{A0DD0DFE-469E-8938-F8B5-9E11BF3C3DD5}"/>
              </a:ext>
            </a:extLst>
          </p:cNvPr>
          <p:cNvSpPr txBox="1"/>
          <p:nvPr/>
        </p:nvSpPr>
        <p:spPr>
          <a:xfrm>
            <a:off x="5569553" y="5857923"/>
            <a:ext cx="177693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900" dirty="0">
                <a:solidFill>
                  <a:schemeClr val="tx2"/>
                </a:solidFill>
                <a:latin typeface="Flexo Medium" pitchFamily="50" charset="0"/>
              </a:rPr>
              <a:t>Dimensionamiento (Credicorp)</a:t>
            </a:r>
          </a:p>
        </p:txBody>
      </p:sp>
      <p:sp>
        <p:nvSpPr>
          <p:cNvPr id="52" name="Rombo 51">
            <a:extLst>
              <a:ext uri="{FF2B5EF4-FFF2-40B4-BE49-F238E27FC236}">
                <a16:creationId xmlns:a16="http://schemas.microsoft.com/office/drawing/2014/main" id="{8322A434-3ED5-4E15-4E8C-C609673A364D}"/>
              </a:ext>
            </a:extLst>
          </p:cNvPr>
          <p:cNvSpPr/>
          <p:nvPr/>
        </p:nvSpPr>
        <p:spPr>
          <a:xfrm>
            <a:off x="7394757" y="6238687"/>
            <a:ext cx="155295" cy="16202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9263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2FF2-B1F0-2B59-0368-163FA76F4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6DF8AEA3-1249-5815-7E09-22D8973CB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7" y="5889265"/>
            <a:ext cx="4394050" cy="9431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F8D1164-F6BE-5EF8-91FB-1EE32631594B}"/>
              </a:ext>
            </a:extLst>
          </p:cNvPr>
          <p:cNvSpPr/>
          <p:nvPr/>
        </p:nvSpPr>
        <p:spPr>
          <a:xfrm>
            <a:off x="0" y="-5458"/>
            <a:ext cx="12192000" cy="96748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6F83E3-9886-EE71-A032-AEC098B32481}"/>
              </a:ext>
            </a:extLst>
          </p:cNvPr>
          <p:cNvSpPr/>
          <p:nvPr/>
        </p:nvSpPr>
        <p:spPr>
          <a:xfrm>
            <a:off x="263702" y="220373"/>
            <a:ext cx="1166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  <a:latin typeface="Flexo" pitchFamily="50" charset="0"/>
              </a:rPr>
              <a:t>Próximos Pasos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164495F-CBDE-B178-3F93-6FB625A4A2EA}"/>
              </a:ext>
            </a:extLst>
          </p:cNvPr>
          <p:cNvCxnSpPr>
            <a:cxnSpLocks/>
          </p:cNvCxnSpPr>
          <p:nvPr/>
        </p:nvCxnSpPr>
        <p:spPr>
          <a:xfrm>
            <a:off x="3725" y="859978"/>
            <a:ext cx="231171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6">
            <a:extLst>
              <a:ext uri="{FF2B5EF4-FFF2-40B4-BE49-F238E27FC236}">
                <a16:creationId xmlns:a16="http://schemas.microsoft.com/office/drawing/2014/main" id="{038A3D72-DD2C-8113-392B-F6F80AFC32FF}"/>
              </a:ext>
            </a:extLst>
          </p:cNvPr>
          <p:cNvSpPr txBox="1"/>
          <p:nvPr/>
        </p:nvSpPr>
        <p:spPr>
          <a:xfrm>
            <a:off x="428204" y="1128427"/>
            <a:ext cx="1133559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Ir</a:t>
            </a:r>
            <a:r>
              <a:rPr lang="en-US" sz="1600" dirty="0"/>
              <a:t> </a:t>
            </a:r>
            <a:r>
              <a:rPr lang="en-US" sz="1600" dirty="0" err="1"/>
              <a:t>recolectando</a:t>
            </a:r>
            <a:r>
              <a:rPr lang="en-US" sz="1600" dirty="0"/>
              <a:t> la </a:t>
            </a:r>
            <a:r>
              <a:rPr lang="en-US" sz="1600" dirty="0" err="1"/>
              <a:t>información</a:t>
            </a:r>
            <a:r>
              <a:rPr lang="en-US" sz="1600" dirty="0"/>
              <a:t> y </a:t>
            </a:r>
            <a:r>
              <a:rPr lang="en-US" sz="1600" dirty="0" err="1"/>
              <a:t>socializar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conceptos</a:t>
            </a:r>
            <a:r>
              <a:rPr lang="en-US" sz="1600" dirty="0"/>
              <a:t> con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diferentes</a:t>
            </a:r>
            <a:r>
              <a:rPr lang="en-US" sz="1600" dirty="0"/>
              <a:t> </a:t>
            </a:r>
            <a:r>
              <a:rPr lang="en-US" sz="1600" dirty="0" err="1"/>
              <a:t>equipos</a:t>
            </a:r>
            <a:r>
              <a:rPr lang="en-US" sz="1600" dirty="0"/>
              <a:t> que se </a:t>
            </a:r>
            <a:r>
              <a:rPr lang="en-US" sz="1600" dirty="0" err="1"/>
              <a:t>tienen</a:t>
            </a:r>
            <a:r>
              <a:rPr lang="en-US" sz="1600" dirty="0"/>
              <a:t> </a:t>
            </a:r>
            <a:r>
              <a:rPr lang="en-US" sz="1600" dirty="0" err="1"/>
              <a:t>dependencia</a:t>
            </a:r>
            <a:r>
              <a:rPr lang="en-US" sz="16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Priorizar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levantamiento</a:t>
            </a:r>
            <a:r>
              <a:rPr lang="en-US" sz="1600" dirty="0"/>
              <a:t> de </a:t>
            </a:r>
            <a:r>
              <a:rPr lang="en-US" sz="1600" dirty="0" err="1"/>
              <a:t>información</a:t>
            </a:r>
            <a:r>
              <a:rPr lang="en-US" sz="1600" dirty="0"/>
              <a:t> del AS-IS, en un </a:t>
            </a:r>
            <a:r>
              <a:rPr lang="en-US" sz="1600" dirty="0" err="1"/>
              <a:t>fase</a:t>
            </a:r>
            <a:r>
              <a:rPr lang="en-US" sz="1600" dirty="0"/>
              <a:t> </a:t>
            </a:r>
            <a:r>
              <a:rPr lang="en-US" sz="1600" dirty="0" err="1"/>
              <a:t>inicial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Identificar</a:t>
            </a:r>
            <a:r>
              <a:rPr lang="en-US" sz="1600" dirty="0"/>
              <a:t> y </a:t>
            </a:r>
            <a:r>
              <a:rPr lang="en-US" sz="1600" dirty="0" err="1"/>
              <a:t>ajustar</a:t>
            </a:r>
            <a:r>
              <a:rPr lang="en-US" sz="1600" dirty="0"/>
              <a:t> las </a:t>
            </a:r>
            <a:r>
              <a:rPr lang="en-US" sz="1600" dirty="0" err="1"/>
              <a:t>actividades</a:t>
            </a:r>
            <a:r>
              <a:rPr lang="en-US" sz="1600" dirty="0"/>
              <a:t> para </a:t>
            </a:r>
            <a:r>
              <a:rPr lang="en-US" sz="1600" dirty="0" err="1"/>
              <a:t>relevar</a:t>
            </a:r>
            <a:r>
              <a:rPr lang="en-US" sz="1600" dirty="0"/>
              <a:t> la </a:t>
            </a:r>
            <a:r>
              <a:rPr lang="en-US" sz="1600" dirty="0" err="1"/>
              <a:t>información</a:t>
            </a:r>
            <a:r>
              <a:rPr lang="en-US" sz="1600" dirty="0"/>
              <a:t> y </a:t>
            </a:r>
            <a:r>
              <a:rPr lang="en-US" sz="1600" dirty="0" err="1"/>
              <a:t>entregable</a:t>
            </a:r>
            <a:r>
              <a:rPr lang="en-US" sz="1600" dirty="0"/>
              <a:t> </a:t>
            </a:r>
            <a:r>
              <a:rPr lang="en-US" sz="1600" dirty="0" err="1"/>
              <a:t>esperado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Identificar</a:t>
            </a:r>
            <a:r>
              <a:rPr lang="en-US" sz="1600" dirty="0"/>
              <a:t> </a:t>
            </a:r>
            <a:r>
              <a:rPr lang="en-US" sz="1600" dirty="0" err="1"/>
              <a:t>actividades</a:t>
            </a:r>
            <a:r>
              <a:rPr lang="en-US" sz="1600" dirty="0"/>
              <a:t> o </a:t>
            </a:r>
            <a:r>
              <a:rPr lang="en-US" sz="1600" dirty="0" err="1"/>
              <a:t>hacer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ejercicio</a:t>
            </a:r>
            <a:r>
              <a:rPr lang="en-US" sz="1600" dirty="0"/>
              <a:t> con las </a:t>
            </a:r>
            <a:r>
              <a:rPr lang="en-US" sz="1600" dirty="0" err="1"/>
              <a:t>capacidades</a:t>
            </a:r>
            <a:r>
              <a:rPr lang="en-US" sz="1600" dirty="0"/>
              <a:t> que son </a:t>
            </a:r>
            <a:r>
              <a:rPr lang="en-US" sz="1600" dirty="0" err="1"/>
              <a:t>criticas</a:t>
            </a:r>
            <a:r>
              <a:rPr lang="en-US" sz="1600" dirty="0"/>
              <a:t> a “</a:t>
            </a:r>
            <a:r>
              <a:rPr lang="en-US" sz="1600" dirty="0" err="1"/>
              <a:t>prospeccionar</a:t>
            </a:r>
            <a:r>
              <a:rPr lang="en-US" sz="1600" dirty="0"/>
              <a:t>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Contar</a:t>
            </a:r>
            <a:r>
              <a:rPr lang="en-US" sz="1600" dirty="0"/>
              <a:t> con </a:t>
            </a:r>
            <a:r>
              <a:rPr lang="en-US" sz="1600" dirty="0" err="1"/>
              <a:t>sesiones</a:t>
            </a:r>
            <a:r>
              <a:rPr lang="en-US" sz="1600" dirty="0"/>
              <a:t> </a:t>
            </a:r>
            <a:r>
              <a:rPr lang="en-US" sz="1600" dirty="0" err="1"/>
              <a:t>periodicas</a:t>
            </a:r>
            <a:r>
              <a:rPr lang="en-US" sz="1600" dirty="0"/>
              <a:t> de checkpoint de </a:t>
            </a:r>
            <a:r>
              <a:rPr lang="en-US" sz="1600" dirty="0" err="1"/>
              <a:t>alineamiento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Una </a:t>
            </a:r>
            <a:r>
              <a:rPr lang="en-US" sz="1600" dirty="0" err="1"/>
              <a:t>vez</a:t>
            </a:r>
            <a:r>
              <a:rPr lang="en-US" sz="1600" dirty="0"/>
              <a:t> se </a:t>
            </a:r>
            <a:r>
              <a:rPr lang="en-US" sz="1600" dirty="0" err="1"/>
              <a:t>tenga</a:t>
            </a:r>
            <a:r>
              <a:rPr lang="en-US" sz="1600" dirty="0"/>
              <a:t> </a:t>
            </a:r>
            <a:r>
              <a:rPr lang="en-US" sz="1600" dirty="0" err="1"/>
              <a:t>visibilidad</a:t>
            </a:r>
            <a:r>
              <a:rPr lang="en-US" sz="1600" dirty="0"/>
              <a:t> del AS-IS, </a:t>
            </a:r>
            <a:r>
              <a:rPr lang="en-US" sz="1600" dirty="0" err="1"/>
              <a:t>generar</a:t>
            </a:r>
            <a:r>
              <a:rPr lang="en-US" sz="1600" dirty="0"/>
              <a:t> </a:t>
            </a:r>
            <a:r>
              <a:rPr lang="en-US" sz="1600" dirty="0" err="1"/>
              <a:t>sesiones</a:t>
            </a:r>
            <a:r>
              <a:rPr lang="en-US" sz="1600" dirty="0"/>
              <a:t> con </a:t>
            </a:r>
            <a:r>
              <a:rPr lang="en-US" sz="1600" dirty="0" err="1"/>
              <a:t>credicorp</a:t>
            </a:r>
            <a:r>
              <a:rPr lang="en-US" sz="1600" dirty="0"/>
              <a:t> para </a:t>
            </a:r>
            <a:r>
              <a:rPr lang="en-US" sz="1600" dirty="0" err="1"/>
              <a:t>ir</a:t>
            </a:r>
            <a:r>
              <a:rPr lang="en-US" sz="1600" dirty="0"/>
              <a:t> </a:t>
            </a:r>
            <a:r>
              <a:rPr lang="en-US" sz="1600" dirty="0" err="1"/>
              <a:t>relevando</a:t>
            </a:r>
            <a:r>
              <a:rPr lang="en-US" sz="1600" dirty="0"/>
              <a:t> </a:t>
            </a:r>
            <a:r>
              <a:rPr lang="en-US" sz="1600" dirty="0" err="1"/>
              <a:t>información</a:t>
            </a:r>
            <a:r>
              <a:rPr lang="en-US" sz="1600" dirty="0"/>
              <a:t> y </a:t>
            </a:r>
            <a:r>
              <a:rPr lang="en-US" sz="1600" dirty="0" err="1"/>
              <a:t>tecnologias</a:t>
            </a:r>
            <a:r>
              <a:rPr lang="en-US" sz="1600" dirty="0"/>
              <a:t> que </a:t>
            </a:r>
            <a:r>
              <a:rPr lang="en-US" sz="1600" dirty="0" err="1"/>
              <a:t>usan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807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n 119">
            <a:extLst>
              <a:ext uri="{FF2B5EF4-FFF2-40B4-BE49-F238E27FC236}">
                <a16:creationId xmlns:a16="http://schemas.microsoft.com/office/drawing/2014/main" id="{C5226753-C85D-86CA-D5FA-35212A1C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29" y="4550660"/>
            <a:ext cx="782903" cy="303813"/>
          </a:xfrm>
          <a:prstGeom prst="rect">
            <a:avLst/>
          </a:prstGeom>
        </p:spPr>
      </p:pic>
      <p:sp>
        <p:nvSpPr>
          <p:cNvPr id="4" name="Título 2">
            <a:extLst>
              <a:ext uri="{FF2B5EF4-FFF2-40B4-BE49-F238E27FC236}">
                <a16:creationId xmlns:a16="http://schemas.microsoft.com/office/drawing/2014/main" id="{BC2A408A-59AB-188C-17AB-48ED96D8940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8844405" cy="481262"/>
          </a:xfrm>
          <a:prstGeom prst="rect">
            <a:avLst/>
          </a:prstGeom>
        </p:spPr>
        <p:txBody>
          <a:bodyPr/>
          <a:lstStyle>
            <a:lvl1pPr algn="l" defTabSz="85716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49" b="1" i="1" kern="1200">
                <a:solidFill>
                  <a:srgbClr val="002D74"/>
                </a:solidFill>
                <a:latin typeface="Flexo" pitchFamily="50" charset="0"/>
                <a:ea typeface="+mj-ea"/>
                <a:cs typeface="+mj-cs"/>
              </a:defRPr>
            </a:lvl1pPr>
          </a:lstStyle>
          <a:p>
            <a:r>
              <a:rPr lang="es-PE" sz="3200"/>
              <a:t>Stack Tecnológico</a:t>
            </a:r>
            <a:endParaRPr lang="es-PE"/>
          </a:p>
        </p:txBody>
      </p:sp>
      <p:sp>
        <p:nvSpPr>
          <p:cNvPr id="5" name="TextBox 58">
            <a:extLst>
              <a:ext uri="{FF2B5EF4-FFF2-40B4-BE49-F238E27FC236}">
                <a16:creationId xmlns:a16="http://schemas.microsoft.com/office/drawing/2014/main" id="{DDEB559B-E7CE-EE19-C51C-A72375449033}"/>
              </a:ext>
            </a:extLst>
          </p:cNvPr>
          <p:cNvSpPr txBox="1"/>
          <p:nvPr/>
        </p:nvSpPr>
        <p:spPr>
          <a:xfrm>
            <a:off x="1652462" y="6452024"/>
            <a:ext cx="1057651" cy="369296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>
                <a:solidFill>
                  <a:prstClr val="black"/>
                </a:solidFill>
                <a:latin typeface="Flexo Medium"/>
              </a:rPr>
              <a:t>En</a:t>
            </a:r>
            <a:r>
              <a:rPr kumimoji="0" lang="es-P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s-PE" sz="1200">
                <a:solidFill>
                  <a:prstClr val="black"/>
                </a:solidFill>
                <a:latin typeface="Flexo Medium"/>
              </a:rPr>
              <a:t>Proceso</a:t>
            </a:r>
          </a:p>
        </p:txBody>
      </p:sp>
      <p:sp>
        <p:nvSpPr>
          <p:cNvPr id="6" name="TextBox 58">
            <a:extLst>
              <a:ext uri="{FF2B5EF4-FFF2-40B4-BE49-F238E27FC236}">
                <a16:creationId xmlns:a16="http://schemas.microsoft.com/office/drawing/2014/main" id="{8C2B7D5F-BD60-4918-48A1-3F6A7423149F}"/>
              </a:ext>
            </a:extLst>
          </p:cNvPr>
          <p:cNvSpPr txBox="1"/>
          <p:nvPr/>
        </p:nvSpPr>
        <p:spPr>
          <a:xfrm>
            <a:off x="297764" y="6460537"/>
            <a:ext cx="1340613" cy="369296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lexo Medium"/>
              </a:rPr>
              <a:t>Implementadas</a:t>
            </a:r>
          </a:p>
        </p:txBody>
      </p:sp>
      <p:sp>
        <p:nvSpPr>
          <p:cNvPr id="7" name="Oval 60">
            <a:extLst>
              <a:ext uri="{FF2B5EF4-FFF2-40B4-BE49-F238E27FC236}">
                <a16:creationId xmlns:a16="http://schemas.microsoft.com/office/drawing/2014/main" id="{D97205EF-6C8C-88B7-DE0D-CFA4E55101D8}"/>
              </a:ext>
            </a:extLst>
          </p:cNvPr>
          <p:cNvSpPr>
            <a:spLocks noChangeAspect="1"/>
          </p:cNvSpPr>
          <p:nvPr/>
        </p:nvSpPr>
        <p:spPr bwMode="auto">
          <a:xfrm>
            <a:off x="268237" y="6547633"/>
            <a:ext cx="172650" cy="172651"/>
          </a:xfrm>
          <a:prstGeom prst="ellipse">
            <a:avLst/>
          </a:prstGeom>
          <a:solidFill>
            <a:srgbClr val="6BA543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Oval 60">
            <a:extLst>
              <a:ext uri="{FF2B5EF4-FFF2-40B4-BE49-F238E27FC236}">
                <a16:creationId xmlns:a16="http://schemas.microsoft.com/office/drawing/2014/main" id="{9F399F55-1ABB-61ED-A319-62EA69751459}"/>
              </a:ext>
            </a:extLst>
          </p:cNvPr>
          <p:cNvSpPr>
            <a:spLocks noChangeAspect="1"/>
          </p:cNvSpPr>
          <p:nvPr/>
        </p:nvSpPr>
        <p:spPr bwMode="auto">
          <a:xfrm>
            <a:off x="1805881" y="6545834"/>
            <a:ext cx="172650" cy="172651"/>
          </a:xfrm>
          <a:prstGeom prst="ellipse">
            <a:avLst/>
          </a:prstGeom>
          <a:solidFill>
            <a:srgbClr val="FFFF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9" name="Oval 60">
            <a:extLst>
              <a:ext uri="{FF2B5EF4-FFF2-40B4-BE49-F238E27FC236}">
                <a16:creationId xmlns:a16="http://schemas.microsoft.com/office/drawing/2014/main" id="{6CB0CE03-4F01-EA23-0E61-F99312068E8E}"/>
              </a:ext>
            </a:extLst>
          </p:cNvPr>
          <p:cNvSpPr>
            <a:spLocks noChangeAspect="1"/>
          </p:cNvSpPr>
          <p:nvPr/>
        </p:nvSpPr>
        <p:spPr bwMode="auto">
          <a:xfrm>
            <a:off x="3447597" y="6552712"/>
            <a:ext cx="172650" cy="172651"/>
          </a:xfrm>
          <a:prstGeom prst="ellipse">
            <a:avLst/>
          </a:prstGeom>
          <a:solidFill>
            <a:srgbClr val="FF00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0" name="TextBox 58">
            <a:extLst>
              <a:ext uri="{FF2B5EF4-FFF2-40B4-BE49-F238E27FC236}">
                <a16:creationId xmlns:a16="http://schemas.microsoft.com/office/drawing/2014/main" id="{1C1AB2CA-9D46-FE46-C8E2-69FE30024DCD}"/>
              </a:ext>
            </a:extLst>
          </p:cNvPr>
          <p:cNvSpPr txBox="1"/>
          <p:nvPr/>
        </p:nvSpPr>
        <p:spPr>
          <a:xfrm>
            <a:off x="3549496" y="6463620"/>
            <a:ext cx="2027252" cy="369296"/>
          </a:xfrm>
          <a:prstGeom prst="rect">
            <a:avLst/>
          </a:prstGeom>
          <a:noFill/>
        </p:spPr>
        <p:txBody>
          <a:bodyPr wrap="square" lIns="182843" tIns="91422" rIns="182843" bIns="91422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>
                <a:solidFill>
                  <a:prstClr val="black"/>
                </a:solidFill>
                <a:latin typeface="Flexo Medium"/>
              </a:rPr>
              <a:t>Backlog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F608063-7F4E-7D58-00D3-0F912BDE6436}"/>
              </a:ext>
            </a:extLst>
          </p:cNvPr>
          <p:cNvSpPr/>
          <p:nvPr/>
        </p:nvSpPr>
        <p:spPr>
          <a:xfrm>
            <a:off x="11450468" y="5791578"/>
            <a:ext cx="442194" cy="41292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8E14DC7-1098-10AE-F199-B6AC001AC66C}"/>
              </a:ext>
            </a:extLst>
          </p:cNvPr>
          <p:cNvSpPr/>
          <p:nvPr/>
        </p:nvSpPr>
        <p:spPr>
          <a:xfrm>
            <a:off x="7704857" y="5780732"/>
            <a:ext cx="442194" cy="41292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275A313-7D30-6362-702D-22439B01C437}"/>
              </a:ext>
            </a:extLst>
          </p:cNvPr>
          <p:cNvSpPr/>
          <p:nvPr/>
        </p:nvSpPr>
        <p:spPr>
          <a:xfrm>
            <a:off x="4721517" y="5815315"/>
            <a:ext cx="442194" cy="4129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76AC76B-291C-4FF6-682E-40D3C5EDE093}"/>
              </a:ext>
            </a:extLst>
          </p:cNvPr>
          <p:cNvSpPr/>
          <p:nvPr/>
        </p:nvSpPr>
        <p:spPr>
          <a:xfrm>
            <a:off x="1682963" y="5829165"/>
            <a:ext cx="442194" cy="41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F50B3E5-E568-4DF7-9B38-08BFCF378056}"/>
              </a:ext>
            </a:extLst>
          </p:cNvPr>
          <p:cNvCxnSpPr>
            <a:cxnSpLocks/>
          </p:cNvCxnSpPr>
          <p:nvPr/>
        </p:nvCxnSpPr>
        <p:spPr>
          <a:xfrm>
            <a:off x="286071" y="5756900"/>
            <a:ext cx="11588682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F3E9E86-E8BB-4B2C-48C6-851263BF3A07}"/>
              </a:ext>
            </a:extLst>
          </p:cNvPr>
          <p:cNvSpPr txBox="1"/>
          <p:nvPr/>
        </p:nvSpPr>
        <p:spPr>
          <a:xfrm>
            <a:off x="1471690" y="6271897"/>
            <a:ext cx="102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rgbClr val="00B0F0"/>
                </a:solidFill>
                <a:latin typeface="Calibri" panose="020F0502020204030204"/>
                <a:cs typeface="+mn-cs"/>
              </a:rPr>
              <a:t>IDENTIFICAR</a:t>
            </a:r>
            <a:endParaRPr lang="es-PE" sz="1920" b="1">
              <a:solidFill>
                <a:srgbClr val="00B0F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6EE79C2-F4DC-FCA5-6C69-28497C7BA9F4}"/>
              </a:ext>
            </a:extLst>
          </p:cNvPr>
          <p:cNvSpPr txBox="1"/>
          <p:nvPr/>
        </p:nvSpPr>
        <p:spPr>
          <a:xfrm>
            <a:off x="4527685" y="6279240"/>
            <a:ext cx="9010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rgbClr val="FFC000"/>
                </a:solidFill>
                <a:latin typeface="Calibri" panose="020F0502020204030204"/>
                <a:cs typeface="+mn-cs"/>
              </a:rPr>
              <a:t>PROTEGER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7BE772D-33AE-9EDA-402A-7097E43E80A4}"/>
              </a:ext>
            </a:extLst>
          </p:cNvPr>
          <p:cNvSpPr txBox="1"/>
          <p:nvPr/>
        </p:nvSpPr>
        <p:spPr>
          <a:xfrm>
            <a:off x="7532512" y="6256481"/>
            <a:ext cx="839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chemeClr val="accent6"/>
                </a:solidFill>
                <a:latin typeface="Calibri" panose="020F0502020204030204"/>
                <a:cs typeface="+mn-cs"/>
              </a:rPr>
              <a:t>DETECTAR</a:t>
            </a:r>
            <a:endParaRPr lang="es-PE" sz="1920" b="1">
              <a:solidFill>
                <a:schemeClr val="accent6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815495-C4F0-659E-94F2-08F873BF70C8}"/>
              </a:ext>
            </a:extLst>
          </p:cNvPr>
          <p:cNvSpPr txBox="1"/>
          <p:nvPr/>
        </p:nvSpPr>
        <p:spPr>
          <a:xfrm>
            <a:off x="9632610" y="6269738"/>
            <a:ext cx="102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/>
                <a:cs typeface="+mn-cs"/>
              </a:rPr>
              <a:t>RESPONDER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D4B05CF-6CDD-F977-ADAE-89B64E2831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63" t="9432" r="12946" b="10384"/>
          <a:stretch/>
        </p:blipFill>
        <p:spPr>
          <a:xfrm>
            <a:off x="330196" y="5014575"/>
            <a:ext cx="408667" cy="431214"/>
          </a:xfrm>
          <a:prstGeom prst="ellipse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F78DD3B-52FC-BAC5-2DC4-A9D63B781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73" y="3919944"/>
            <a:ext cx="597477" cy="42075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A3E3598-7442-D804-F6C5-F1518CF686F3}"/>
              </a:ext>
            </a:extLst>
          </p:cNvPr>
          <p:cNvSpPr txBox="1"/>
          <p:nvPr/>
        </p:nvSpPr>
        <p:spPr>
          <a:xfrm>
            <a:off x="229469" y="5123025"/>
            <a:ext cx="651871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920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600">
                <a:solidFill>
                  <a:prstClr val="black"/>
                </a:solidFill>
                <a:latin typeface="Calibri" panose="020F0502020204030204"/>
                <a:cs typeface="+mn-cs"/>
              </a:rPr>
              <a:t>Data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0D3387A-145B-F133-F9ED-66B3BA2A7AD2}"/>
              </a:ext>
            </a:extLst>
          </p:cNvPr>
          <p:cNvSpPr txBox="1"/>
          <p:nvPr/>
        </p:nvSpPr>
        <p:spPr>
          <a:xfrm>
            <a:off x="42682" y="4388510"/>
            <a:ext cx="963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defTabSz="975482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r>
              <a:rPr lang="es-PE" sz="1400"/>
              <a:t>Identidad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324EE6E-40CD-C571-6081-C8A176F4CD22}"/>
              </a:ext>
            </a:extLst>
          </p:cNvPr>
          <p:cNvSpPr txBox="1"/>
          <p:nvPr/>
        </p:nvSpPr>
        <p:spPr>
          <a:xfrm>
            <a:off x="9584" y="3313388"/>
            <a:ext cx="1091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>
                <a:solidFill>
                  <a:prstClr val="black"/>
                </a:solidFill>
                <a:latin typeface="Calibri" panose="020F0502020204030204"/>
                <a:cs typeface="+mn-cs"/>
              </a:rPr>
              <a:t>Aplicación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3073DB5-2C97-F9C7-B9DB-B9E7AD0D73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168" t="16353" r="64193" b="68542"/>
          <a:stretch/>
        </p:blipFill>
        <p:spPr>
          <a:xfrm>
            <a:off x="316186" y="2335151"/>
            <a:ext cx="359743" cy="388895"/>
          </a:xfrm>
          <a:prstGeom prst="ellipse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B5CBE90C-DF40-94F5-9A8F-A74A8128D72B}"/>
              </a:ext>
            </a:extLst>
          </p:cNvPr>
          <p:cNvSpPr txBox="1"/>
          <p:nvPr/>
        </p:nvSpPr>
        <p:spPr>
          <a:xfrm>
            <a:off x="59329" y="2478509"/>
            <a:ext cx="1126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 err="1">
                <a:solidFill>
                  <a:prstClr val="black"/>
                </a:solidFill>
                <a:latin typeface="Calibri" panose="020F0502020204030204"/>
                <a:cs typeface="+mn-cs"/>
              </a:rPr>
              <a:t>Endpoint</a:t>
            </a:r>
            <a:endParaRPr lang="es-PE" sz="140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6703C16-3A7F-DD9B-9CE9-35CD4661D9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083" t="40317" r="14533" b="44199"/>
          <a:stretch/>
        </p:blipFill>
        <p:spPr>
          <a:xfrm>
            <a:off x="347884" y="1327263"/>
            <a:ext cx="366915" cy="382224"/>
          </a:xfrm>
          <a:prstGeom prst="ellipse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B3ADA2DF-E7A1-4698-D684-1A4B83BA674D}"/>
              </a:ext>
            </a:extLst>
          </p:cNvPr>
          <p:cNvSpPr txBox="1"/>
          <p:nvPr/>
        </p:nvSpPr>
        <p:spPr>
          <a:xfrm>
            <a:off x="142862" y="1463013"/>
            <a:ext cx="864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>
                <a:solidFill>
                  <a:prstClr val="black"/>
                </a:solidFill>
                <a:latin typeface="Calibri" panose="020F0502020204030204"/>
                <a:cs typeface="+mn-cs"/>
              </a:rPr>
              <a:t>Network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688155D8-C2EF-579C-8F0F-91432D5FE45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447"/>
          <a:stretch/>
        </p:blipFill>
        <p:spPr>
          <a:xfrm>
            <a:off x="109733" y="532512"/>
            <a:ext cx="852428" cy="37379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D2C20CA1-D8B1-32EA-FEDA-04BC26BA7989}"/>
              </a:ext>
            </a:extLst>
          </p:cNvPr>
          <p:cNvSpPr txBox="1"/>
          <p:nvPr/>
        </p:nvSpPr>
        <p:spPr>
          <a:xfrm>
            <a:off x="165677" y="521383"/>
            <a:ext cx="869164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548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PE" sz="1920">
                <a:solidFill>
                  <a:prstClr val="black"/>
                </a:solidFill>
                <a:latin typeface="Calibri" panose="020F0502020204030204"/>
                <a:cs typeface="+mn-cs"/>
              </a:rPr>
              <a:t>      </a:t>
            </a:r>
            <a:r>
              <a:rPr lang="es-PE" sz="1400">
                <a:solidFill>
                  <a:prstClr val="black"/>
                </a:solidFill>
                <a:latin typeface="Calibri" panose="020F0502020204030204"/>
                <a:cs typeface="+mn-cs"/>
              </a:rPr>
              <a:t>Internet</a:t>
            </a:r>
            <a:endParaRPr lang="es-PE" sz="192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52BB4C8-9173-3A1D-0923-6E12C2EDFE8A}"/>
              </a:ext>
            </a:extLst>
          </p:cNvPr>
          <p:cNvCxnSpPr>
            <a:cxnSpLocks/>
          </p:cNvCxnSpPr>
          <p:nvPr/>
        </p:nvCxnSpPr>
        <p:spPr>
          <a:xfrm>
            <a:off x="177800" y="1123003"/>
            <a:ext cx="11620753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CB7BF56B-71DD-C133-9484-8D87A228DA24}"/>
              </a:ext>
            </a:extLst>
          </p:cNvPr>
          <p:cNvCxnSpPr>
            <a:cxnSpLocks/>
          </p:cNvCxnSpPr>
          <p:nvPr/>
        </p:nvCxnSpPr>
        <p:spPr>
          <a:xfrm>
            <a:off x="363978" y="2147637"/>
            <a:ext cx="11434575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A65075B-F027-121D-8AEE-0842A6A80F2B}"/>
              </a:ext>
            </a:extLst>
          </p:cNvPr>
          <p:cNvCxnSpPr>
            <a:cxnSpLocks/>
          </p:cNvCxnSpPr>
          <p:nvPr/>
        </p:nvCxnSpPr>
        <p:spPr>
          <a:xfrm>
            <a:off x="334444" y="3101833"/>
            <a:ext cx="11464109" cy="0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AA5890BB-D3A3-9217-B572-E2343EBC30D2}"/>
              </a:ext>
            </a:extLst>
          </p:cNvPr>
          <p:cNvCxnSpPr>
            <a:cxnSpLocks/>
          </p:cNvCxnSpPr>
          <p:nvPr/>
        </p:nvCxnSpPr>
        <p:spPr>
          <a:xfrm flipV="1">
            <a:off x="363978" y="3840014"/>
            <a:ext cx="11510775" cy="2198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3D0DC481-CFB6-B579-ACC8-531F5914C9D4}"/>
              </a:ext>
            </a:extLst>
          </p:cNvPr>
          <p:cNvCxnSpPr>
            <a:cxnSpLocks/>
          </p:cNvCxnSpPr>
          <p:nvPr/>
        </p:nvCxnSpPr>
        <p:spPr>
          <a:xfrm>
            <a:off x="363978" y="4879236"/>
            <a:ext cx="11510775" cy="14769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C197122C-847E-F9C5-890E-F1A14D40222C}"/>
              </a:ext>
            </a:extLst>
          </p:cNvPr>
          <p:cNvSpPr/>
          <p:nvPr/>
        </p:nvSpPr>
        <p:spPr>
          <a:xfrm>
            <a:off x="1271335" y="5059668"/>
            <a:ext cx="550265" cy="53918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AIP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F73E018-7434-33E7-6FED-887587ADC8E5}"/>
              </a:ext>
            </a:extLst>
          </p:cNvPr>
          <p:cNvSpPr/>
          <p:nvPr/>
        </p:nvSpPr>
        <p:spPr>
          <a:xfrm>
            <a:off x="3735650" y="4994828"/>
            <a:ext cx="717698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HDLP 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29AA9B46-E031-3B7B-D810-F490ED8787CE}"/>
              </a:ext>
            </a:extLst>
          </p:cNvPr>
          <p:cNvSpPr/>
          <p:nvPr/>
        </p:nvSpPr>
        <p:spPr>
          <a:xfrm>
            <a:off x="7275206" y="5029483"/>
            <a:ext cx="717698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DAM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3D7F7975-F26F-9B50-EE61-5EC26B5102C0}"/>
              </a:ext>
            </a:extLst>
          </p:cNvPr>
          <p:cNvSpPr/>
          <p:nvPr/>
        </p:nvSpPr>
        <p:spPr>
          <a:xfrm>
            <a:off x="1129030" y="2310672"/>
            <a:ext cx="668296" cy="59136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EMM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77D12F7A-A066-0113-D0A4-DEAF2FB4B45E}"/>
              </a:ext>
            </a:extLst>
          </p:cNvPr>
          <p:cNvSpPr/>
          <p:nvPr/>
        </p:nvSpPr>
        <p:spPr>
          <a:xfrm>
            <a:off x="10471396" y="1257639"/>
            <a:ext cx="699779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XDR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14F30529-7AA0-CF3B-E86D-89C45905D5B7}"/>
              </a:ext>
            </a:extLst>
          </p:cNvPr>
          <p:cNvSpPr/>
          <p:nvPr/>
        </p:nvSpPr>
        <p:spPr>
          <a:xfrm>
            <a:off x="377191" y="6219053"/>
            <a:ext cx="11659487" cy="88010"/>
          </a:xfrm>
          <a:prstGeom prst="round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92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93E83CE7-17D3-F6B0-622E-B00C81CB0005}"/>
              </a:ext>
            </a:extLst>
          </p:cNvPr>
          <p:cNvCxnSpPr/>
          <p:nvPr/>
        </p:nvCxnSpPr>
        <p:spPr>
          <a:xfrm flipV="1">
            <a:off x="4794229" y="5958782"/>
            <a:ext cx="350359" cy="906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4B5BD20B-B842-AEF7-5767-9F5973D02E51}"/>
              </a:ext>
            </a:extLst>
          </p:cNvPr>
          <p:cNvSpPr txBox="1"/>
          <p:nvPr/>
        </p:nvSpPr>
        <p:spPr>
          <a:xfrm>
            <a:off x="11209158" y="6269738"/>
            <a:ext cx="98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>
                <a:solidFill>
                  <a:srgbClr val="7030A0"/>
                </a:solidFill>
                <a:latin typeface="Calibri" panose="020F0502020204030204"/>
                <a:cs typeface="+mn-cs"/>
              </a:rPr>
              <a:t>RECUPERAR</a:t>
            </a:r>
            <a:endParaRPr lang="es-PE" sz="1920" b="1">
              <a:solidFill>
                <a:srgbClr val="7030A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CD405F3E-DE11-0564-C440-0B0FAA7906ED}"/>
              </a:ext>
            </a:extLst>
          </p:cNvPr>
          <p:cNvSpPr/>
          <p:nvPr/>
        </p:nvSpPr>
        <p:spPr>
          <a:xfrm>
            <a:off x="2090598" y="2306556"/>
            <a:ext cx="604236" cy="609093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endParaRPr lang="es-PE" sz="1100" b="1" kern="0">
              <a:latin typeface="Calibri" panose="020F0502020204030204"/>
            </a:endParaRPr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BE9CEE5F-B811-368E-674B-F53B92290BD9}"/>
              </a:ext>
            </a:extLst>
          </p:cNvPr>
          <p:cNvSpPr/>
          <p:nvPr/>
        </p:nvSpPr>
        <p:spPr>
          <a:xfrm>
            <a:off x="2523849" y="502883"/>
            <a:ext cx="576319" cy="557646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99E4DC92-C787-60AA-0E59-84D3CA967C60}"/>
              </a:ext>
            </a:extLst>
          </p:cNvPr>
          <p:cNvSpPr/>
          <p:nvPr/>
        </p:nvSpPr>
        <p:spPr>
          <a:xfrm>
            <a:off x="1788172" y="1298364"/>
            <a:ext cx="603068" cy="529142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ACS</a:t>
            </a:r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0CA3A29D-AE49-07B7-36AD-86E151567C21}"/>
              </a:ext>
            </a:extLst>
          </p:cNvPr>
          <p:cNvSpPr/>
          <p:nvPr/>
        </p:nvSpPr>
        <p:spPr>
          <a:xfrm>
            <a:off x="1519611" y="520015"/>
            <a:ext cx="674969" cy="551398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00" kern="0">
                <a:latin typeface="Calibri" panose="020F0502020204030204"/>
              </a:rPr>
              <a:t>CASB</a:t>
            </a:r>
          </a:p>
        </p:txBody>
      </p:sp>
      <p:pic>
        <p:nvPicPr>
          <p:cNvPr id="147" name="Imagen 146">
            <a:extLst>
              <a:ext uri="{FF2B5EF4-FFF2-40B4-BE49-F238E27FC236}">
                <a16:creationId xmlns:a16="http://schemas.microsoft.com/office/drawing/2014/main" id="{92A11AA8-A5C4-42B9-9F97-E654EF1E750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941" t="19062" r="6864" b="18138"/>
          <a:stretch/>
        </p:blipFill>
        <p:spPr>
          <a:xfrm>
            <a:off x="286071" y="3168409"/>
            <a:ext cx="419971" cy="378316"/>
          </a:xfrm>
          <a:prstGeom prst="ellipse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F27B395E-CABF-61A3-B0C3-677CD7F7E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264" y="5823492"/>
            <a:ext cx="373592" cy="432496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B039894A-A3A7-F2FF-B9EC-284B86FED89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0110" t="3307" r="10900" b="5807"/>
          <a:stretch/>
        </p:blipFill>
        <p:spPr>
          <a:xfrm>
            <a:off x="4749298" y="5842940"/>
            <a:ext cx="386632" cy="339853"/>
          </a:xfrm>
          <a:prstGeom prst="ellipse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01AA2471-FC5D-F06E-3721-06CC8265CFD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1841" t="8839" r="10759" b="13253"/>
          <a:stretch/>
        </p:blipFill>
        <p:spPr>
          <a:xfrm>
            <a:off x="7792195" y="5828850"/>
            <a:ext cx="288246" cy="245555"/>
          </a:xfrm>
          <a:prstGeom prst="triangle">
            <a:avLst/>
          </a:prstGeom>
        </p:spPr>
      </p:pic>
      <p:sp>
        <p:nvSpPr>
          <p:cNvPr id="153" name="Elipse 152">
            <a:extLst>
              <a:ext uri="{FF2B5EF4-FFF2-40B4-BE49-F238E27FC236}">
                <a16:creationId xmlns:a16="http://schemas.microsoft.com/office/drawing/2014/main" id="{599B9CB0-1941-7412-B5AA-2CADA5D9BE3B}"/>
              </a:ext>
            </a:extLst>
          </p:cNvPr>
          <p:cNvSpPr/>
          <p:nvPr/>
        </p:nvSpPr>
        <p:spPr>
          <a:xfrm>
            <a:off x="9924149" y="5798066"/>
            <a:ext cx="442194" cy="4129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54" name="Imagen 153">
            <a:extLst>
              <a:ext uri="{FF2B5EF4-FFF2-40B4-BE49-F238E27FC236}">
                <a16:creationId xmlns:a16="http://schemas.microsoft.com/office/drawing/2014/main" id="{119E4F83-3975-7D11-B336-7669D501CE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6528" y="5846555"/>
            <a:ext cx="267327" cy="317937"/>
          </a:xfrm>
          <a:prstGeom prst="ellipse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92227F8C-A19B-5676-7F67-1B6DA302C9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0711" y="5821087"/>
            <a:ext cx="361706" cy="361706"/>
          </a:xfrm>
          <a:prstGeom prst="ellipse">
            <a:avLst/>
          </a:prstGeom>
        </p:spPr>
      </p:pic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3CE9E3F5-8700-C992-85A6-45DE7A947967}"/>
              </a:ext>
            </a:extLst>
          </p:cNvPr>
          <p:cNvCxnSpPr>
            <a:cxnSpLocks/>
          </p:cNvCxnSpPr>
          <p:nvPr/>
        </p:nvCxnSpPr>
        <p:spPr>
          <a:xfrm flipV="1">
            <a:off x="3655586" y="591196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46CC8064-EBE1-78E4-237F-165C9831A8B7}"/>
              </a:ext>
            </a:extLst>
          </p:cNvPr>
          <p:cNvCxnSpPr>
            <a:cxnSpLocks/>
          </p:cNvCxnSpPr>
          <p:nvPr/>
        </p:nvCxnSpPr>
        <p:spPr>
          <a:xfrm flipV="1">
            <a:off x="7141608" y="614079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181" name="Elipse 180">
            <a:extLst>
              <a:ext uri="{FF2B5EF4-FFF2-40B4-BE49-F238E27FC236}">
                <a16:creationId xmlns:a16="http://schemas.microsoft.com/office/drawing/2014/main" id="{3C900F19-672A-9424-B739-46493A9B6A2F}"/>
              </a:ext>
            </a:extLst>
          </p:cNvPr>
          <p:cNvSpPr/>
          <p:nvPr/>
        </p:nvSpPr>
        <p:spPr>
          <a:xfrm>
            <a:off x="2013015" y="5067962"/>
            <a:ext cx="550265" cy="53918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endParaRPr lang="es-PE" sz="1000" kern="0">
              <a:latin typeface="Calibri" panose="020F0502020204030204"/>
            </a:endParaRP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0EACC12B-BBE7-9DD9-EA9D-70E5A920EF79}"/>
              </a:ext>
            </a:extLst>
          </p:cNvPr>
          <p:cNvSpPr txBox="1"/>
          <p:nvPr/>
        </p:nvSpPr>
        <p:spPr>
          <a:xfrm>
            <a:off x="2013015" y="5137499"/>
            <a:ext cx="564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/>
              <a:t>PKI </a:t>
            </a:r>
          </a:p>
          <a:p>
            <a:pPr algn="ctr"/>
            <a:r>
              <a:rPr lang="es-MX" sz="1000"/>
              <a:t>Interna</a:t>
            </a:r>
            <a:endParaRPr lang="es-PE" sz="1000"/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0AB9B9EF-DAE8-AADE-F1B3-472013E70899}"/>
              </a:ext>
            </a:extLst>
          </p:cNvPr>
          <p:cNvSpPr txBox="1"/>
          <p:nvPr/>
        </p:nvSpPr>
        <p:spPr>
          <a:xfrm>
            <a:off x="2023699" y="2451263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/>
              <a:t>Hardening</a:t>
            </a:r>
          </a:p>
          <a:p>
            <a:pPr algn="ctr"/>
            <a:r>
              <a:rPr lang="es-MX" sz="1000"/>
              <a:t>Server</a:t>
            </a:r>
            <a:endParaRPr lang="es-PE" sz="1000"/>
          </a:p>
        </p:txBody>
      </p: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F863E96A-5773-0D7F-1BC5-F86891D4EB79}"/>
              </a:ext>
            </a:extLst>
          </p:cNvPr>
          <p:cNvSpPr txBox="1"/>
          <p:nvPr/>
        </p:nvSpPr>
        <p:spPr>
          <a:xfrm>
            <a:off x="2577898" y="677301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/>
              <a:t>SSPM</a:t>
            </a:r>
            <a:endParaRPr lang="es-PE" sz="1000"/>
          </a:p>
        </p:txBody>
      </p:sp>
      <p:grpSp>
        <p:nvGrpSpPr>
          <p:cNvPr id="255" name="Grupo 254">
            <a:extLst>
              <a:ext uri="{FF2B5EF4-FFF2-40B4-BE49-F238E27FC236}">
                <a16:creationId xmlns:a16="http://schemas.microsoft.com/office/drawing/2014/main" id="{5BC065E5-8860-B464-D3F3-260C51092A8D}"/>
              </a:ext>
            </a:extLst>
          </p:cNvPr>
          <p:cNvGrpSpPr/>
          <p:nvPr/>
        </p:nvGrpSpPr>
        <p:grpSpPr>
          <a:xfrm>
            <a:off x="3715118" y="2244688"/>
            <a:ext cx="861133" cy="638263"/>
            <a:chOff x="3932726" y="2329005"/>
            <a:chExt cx="861133" cy="638263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2E5B0545-7333-9D9F-E25D-8836BC07143E}"/>
                </a:ext>
              </a:extLst>
            </p:cNvPr>
            <p:cNvSpPr/>
            <p:nvPr/>
          </p:nvSpPr>
          <p:spPr>
            <a:xfrm>
              <a:off x="3996351" y="2329005"/>
              <a:ext cx="717698" cy="638263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187" name="CuadroTexto 186">
              <a:extLst>
                <a:ext uri="{FF2B5EF4-FFF2-40B4-BE49-F238E27FC236}">
                  <a16:creationId xmlns:a16="http://schemas.microsoft.com/office/drawing/2014/main" id="{031C032B-DC2D-27F1-ECA8-3305AC986502}"/>
                </a:ext>
              </a:extLst>
            </p:cNvPr>
            <p:cNvSpPr txBox="1"/>
            <p:nvPr/>
          </p:nvSpPr>
          <p:spPr>
            <a:xfrm>
              <a:off x="3932726" y="2497089"/>
              <a:ext cx="8611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1000"/>
                <a:t>Encriptacion </a:t>
              </a:r>
            </a:p>
            <a:p>
              <a:pPr algn="ctr"/>
              <a:r>
                <a:rPr lang="es-MX" sz="1000"/>
                <a:t>Disco</a:t>
              </a:r>
              <a:endParaRPr lang="es-PE" sz="1000"/>
            </a:p>
          </p:txBody>
        </p:sp>
      </p:grpSp>
      <p:sp>
        <p:nvSpPr>
          <p:cNvPr id="188" name="Elipse 187">
            <a:extLst>
              <a:ext uri="{FF2B5EF4-FFF2-40B4-BE49-F238E27FC236}">
                <a16:creationId xmlns:a16="http://schemas.microsoft.com/office/drawing/2014/main" id="{6A85B6BE-05CA-A7B6-EEB3-CA9EADE2FE0D}"/>
              </a:ext>
            </a:extLst>
          </p:cNvPr>
          <p:cNvSpPr/>
          <p:nvPr/>
        </p:nvSpPr>
        <p:spPr>
          <a:xfrm>
            <a:off x="4512457" y="5002320"/>
            <a:ext cx="717698" cy="638263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endParaRPr lang="es-PE" sz="1000" kern="0">
              <a:latin typeface="Calibri" panose="020F0502020204030204"/>
            </a:endParaRPr>
          </a:p>
        </p:txBody>
      </p: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26644BEF-345F-8A0A-F265-38DED8AF2C2D}"/>
              </a:ext>
            </a:extLst>
          </p:cNvPr>
          <p:cNvSpPr txBox="1"/>
          <p:nvPr/>
        </p:nvSpPr>
        <p:spPr>
          <a:xfrm>
            <a:off x="4483975" y="5109243"/>
            <a:ext cx="7600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Data Wiping </a:t>
            </a:r>
          </a:p>
        </p:txBody>
      </p:sp>
      <p:sp>
        <p:nvSpPr>
          <p:cNvPr id="191" name="Elipse 190">
            <a:extLst>
              <a:ext uri="{FF2B5EF4-FFF2-40B4-BE49-F238E27FC236}">
                <a16:creationId xmlns:a16="http://schemas.microsoft.com/office/drawing/2014/main" id="{DA48E9C2-B227-2A54-6029-44F4EA407DCB}"/>
              </a:ext>
            </a:extLst>
          </p:cNvPr>
          <p:cNvSpPr/>
          <p:nvPr/>
        </p:nvSpPr>
        <p:spPr>
          <a:xfrm>
            <a:off x="7300703" y="478977"/>
            <a:ext cx="649579" cy="551398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7548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00" kern="0">
                <a:latin typeface="Calibri" panose="020F0502020204030204"/>
              </a:rPr>
              <a:t>CASB</a:t>
            </a:r>
          </a:p>
        </p:txBody>
      </p: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D025FF2F-8133-FE19-C410-2BA22C85D113}"/>
              </a:ext>
            </a:extLst>
          </p:cNvPr>
          <p:cNvCxnSpPr>
            <a:cxnSpLocks/>
          </p:cNvCxnSpPr>
          <p:nvPr/>
        </p:nvCxnSpPr>
        <p:spPr>
          <a:xfrm flipV="1">
            <a:off x="9724560" y="574214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487FA3D1-D082-AB9E-C28A-B4216BF0A862}"/>
              </a:ext>
            </a:extLst>
          </p:cNvPr>
          <p:cNvCxnSpPr>
            <a:cxnSpLocks/>
          </p:cNvCxnSpPr>
          <p:nvPr/>
        </p:nvCxnSpPr>
        <p:spPr>
          <a:xfrm flipV="1">
            <a:off x="11247781" y="703981"/>
            <a:ext cx="47304" cy="561330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lgDash"/>
            <a:miter lim="800000"/>
          </a:ln>
          <a:effectLst/>
        </p:spPr>
      </p:cxnSp>
      <p:sp>
        <p:nvSpPr>
          <p:cNvPr id="194" name="Elipse 193">
            <a:extLst>
              <a:ext uri="{FF2B5EF4-FFF2-40B4-BE49-F238E27FC236}">
                <a16:creationId xmlns:a16="http://schemas.microsoft.com/office/drawing/2014/main" id="{3F77E36B-72C8-0FB4-F766-211441444754}"/>
              </a:ext>
            </a:extLst>
          </p:cNvPr>
          <p:cNvSpPr/>
          <p:nvPr/>
        </p:nvSpPr>
        <p:spPr>
          <a:xfrm>
            <a:off x="5309432" y="5013615"/>
            <a:ext cx="717698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FIM</a:t>
            </a:r>
          </a:p>
        </p:txBody>
      </p: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9625B916-ED6F-FEBD-91ED-4D4EE8D36EFD}"/>
              </a:ext>
            </a:extLst>
          </p:cNvPr>
          <p:cNvGrpSpPr/>
          <p:nvPr/>
        </p:nvGrpSpPr>
        <p:grpSpPr>
          <a:xfrm>
            <a:off x="5058456" y="3892642"/>
            <a:ext cx="576319" cy="557646"/>
            <a:chOff x="3744132" y="-860623"/>
            <a:chExt cx="576319" cy="557646"/>
          </a:xfrm>
        </p:grpSpPr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CE5AF795-01B0-0921-7115-42C46D176FC4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197" name="CuadroTexto 196">
              <a:extLst>
                <a:ext uri="{FF2B5EF4-FFF2-40B4-BE49-F238E27FC236}">
                  <a16:creationId xmlns:a16="http://schemas.microsoft.com/office/drawing/2014/main" id="{93BFEF07-6F3F-C3EF-6DB2-CD8B1A2EDFEC}"/>
                </a:ext>
              </a:extLst>
            </p:cNvPr>
            <p:cNvSpPr txBox="1"/>
            <p:nvPr/>
          </p:nvSpPr>
          <p:spPr>
            <a:xfrm>
              <a:off x="3823829" y="-686205"/>
              <a:ext cx="426720" cy="246221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MFA</a:t>
              </a:r>
              <a:endParaRPr lang="es-PE"/>
            </a:p>
          </p:txBody>
        </p:sp>
      </p:grpSp>
      <p:sp>
        <p:nvSpPr>
          <p:cNvPr id="199" name="Elipse 198">
            <a:extLst>
              <a:ext uri="{FF2B5EF4-FFF2-40B4-BE49-F238E27FC236}">
                <a16:creationId xmlns:a16="http://schemas.microsoft.com/office/drawing/2014/main" id="{D9C9AE94-148C-5267-10B6-5E0C56DDD7B0}"/>
              </a:ext>
            </a:extLst>
          </p:cNvPr>
          <p:cNvSpPr/>
          <p:nvPr/>
        </p:nvSpPr>
        <p:spPr>
          <a:xfrm>
            <a:off x="9825713" y="4033439"/>
            <a:ext cx="699779" cy="638263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100" b="1" kern="0">
                <a:latin typeface="Calibri" panose="020F0502020204030204"/>
              </a:rPr>
              <a:t>IGA</a:t>
            </a:r>
          </a:p>
        </p:txBody>
      </p: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4B88B3D9-BD33-8DA7-3487-652524AFFA55}"/>
              </a:ext>
            </a:extLst>
          </p:cNvPr>
          <p:cNvGrpSpPr/>
          <p:nvPr/>
        </p:nvGrpSpPr>
        <p:grpSpPr>
          <a:xfrm>
            <a:off x="3689566" y="3888080"/>
            <a:ext cx="580921" cy="557646"/>
            <a:chOff x="3744132" y="-860623"/>
            <a:chExt cx="580921" cy="557646"/>
          </a:xfrm>
        </p:grpSpPr>
        <p:sp>
          <p:nvSpPr>
            <p:cNvPr id="207" name="Elipse 206">
              <a:extLst>
                <a:ext uri="{FF2B5EF4-FFF2-40B4-BE49-F238E27FC236}">
                  <a16:creationId xmlns:a16="http://schemas.microsoft.com/office/drawing/2014/main" id="{F7E8CD8A-CF6E-230E-6A45-3A2441DBFDBA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08" name="CuadroTexto 207">
              <a:extLst>
                <a:ext uri="{FF2B5EF4-FFF2-40B4-BE49-F238E27FC236}">
                  <a16:creationId xmlns:a16="http://schemas.microsoft.com/office/drawing/2014/main" id="{0012D48D-A2EE-B78C-9E0D-043D8E7CFD02}"/>
                </a:ext>
              </a:extLst>
            </p:cNvPr>
            <p:cNvSpPr txBox="1"/>
            <p:nvPr/>
          </p:nvSpPr>
          <p:spPr>
            <a:xfrm>
              <a:off x="3763375" y="-686205"/>
              <a:ext cx="561678" cy="253652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PAM</a:t>
              </a:r>
              <a:endParaRPr lang="es-PE"/>
            </a:p>
          </p:txBody>
        </p:sp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722B4C54-6C2A-BBE1-122D-B8C632141162}"/>
              </a:ext>
            </a:extLst>
          </p:cNvPr>
          <p:cNvGrpSpPr/>
          <p:nvPr/>
        </p:nvGrpSpPr>
        <p:grpSpPr>
          <a:xfrm>
            <a:off x="4424461" y="3887758"/>
            <a:ext cx="576319" cy="557646"/>
            <a:chOff x="3744132" y="-860623"/>
            <a:chExt cx="576319" cy="557646"/>
          </a:xfrm>
        </p:grpSpPr>
        <p:sp>
          <p:nvSpPr>
            <p:cNvPr id="210" name="Elipse 209">
              <a:extLst>
                <a:ext uri="{FF2B5EF4-FFF2-40B4-BE49-F238E27FC236}">
                  <a16:creationId xmlns:a16="http://schemas.microsoft.com/office/drawing/2014/main" id="{19CBA87F-01CC-7229-37D0-61389BF4548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11" name="CuadroTexto 210">
              <a:extLst>
                <a:ext uri="{FF2B5EF4-FFF2-40B4-BE49-F238E27FC236}">
                  <a16:creationId xmlns:a16="http://schemas.microsoft.com/office/drawing/2014/main" id="{CEF91583-6523-4EB7-AF4B-7FC3A5EA7E1A}"/>
                </a:ext>
              </a:extLst>
            </p:cNvPr>
            <p:cNvSpPr txBox="1"/>
            <p:nvPr/>
          </p:nvSpPr>
          <p:spPr>
            <a:xfrm>
              <a:off x="3823829" y="-686205"/>
              <a:ext cx="426720" cy="246221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PIM</a:t>
              </a:r>
              <a:endParaRPr lang="es-PE"/>
            </a:p>
          </p:txBody>
        </p: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C41BA9CF-9B21-DD08-E9EF-A9DCDB644168}"/>
              </a:ext>
            </a:extLst>
          </p:cNvPr>
          <p:cNvGrpSpPr/>
          <p:nvPr/>
        </p:nvGrpSpPr>
        <p:grpSpPr>
          <a:xfrm>
            <a:off x="5845625" y="3949914"/>
            <a:ext cx="829427" cy="557646"/>
            <a:chOff x="3622899" y="-860623"/>
            <a:chExt cx="829427" cy="557646"/>
          </a:xfrm>
        </p:grpSpPr>
        <p:sp>
          <p:nvSpPr>
            <p:cNvPr id="213" name="Elipse 212">
              <a:extLst>
                <a:ext uri="{FF2B5EF4-FFF2-40B4-BE49-F238E27FC236}">
                  <a16:creationId xmlns:a16="http://schemas.microsoft.com/office/drawing/2014/main" id="{79F4000F-189A-7B97-CB80-1434000E79C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C3CA2037-20E0-B85A-F513-819FD6CA5A1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Biometría</a:t>
              </a:r>
              <a:endParaRPr lang="es-PE"/>
            </a:p>
          </p:txBody>
        </p: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A9AC09B1-EFAC-375F-7350-A0D0FC1BAD94}"/>
              </a:ext>
            </a:extLst>
          </p:cNvPr>
          <p:cNvGrpSpPr/>
          <p:nvPr/>
        </p:nvGrpSpPr>
        <p:grpSpPr>
          <a:xfrm>
            <a:off x="3964625" y="4367687"/>
            <a:ext cx="829427" cy="557646"/>
            <a:chOff x="3622899" y="-860623"/>
            <a:chExt cx="829427" cy="557646"/>
          </a:xfrm>
        </p:grpSpPr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D0223B9C-B71D-C82D-D039-0583F1F30F5D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17" name="CuadroTexto 216">
              <a:extLst>
                <a:ext uri="{FF2B5EF4-FFF2-40B4-BE49-F238E27FC236}">
                  <a16:creationId xmlns:a16="http://schemas.microsoft.com/office/drawing/2014/main" id="{5ADA3595-6620-70A8-BA2F-FA82E1FED513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UBA</a:t>
              </a:r>
              <a:endParaRPr lang="es-PE"/>
            </a:p>
          </p:txBody>
        </p:sp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8D598222-07B5-412B-B0D7-BBC567C06B01}"/>
              </a:ext>
            </a:extLst>
          </p:cNvPr>
          <p:cNvGrpSpPr/>
          <p:nvPr/>
        </p:nvGrpSpPr>
        <p:grpSpPr>
          <a:xfrm>
            <a:off x="5346615" y="4339640"/>
            <a:ext cx="829427" cy="557646"/>
            <a:chOff x="3612403" y="-860623"/>
            <a:chExt cx="829427" cy="557646"/>
          </a:xfrm>
        </p:grpSpPr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01073F03-B094-F49C-27FB-3B81F872BE9B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20" name="CuadroTexto 219">
              <a:extLst>
                <a:ext uri="{FF2B5EF4-FFF2-40B4-BE49-F238E27FC236}">
                  <a16:creationId xmlns:a16="http://schemas.microsoft.com/office/drawing/2014/main" id="{396CA1BA-9A6F-C2BD-9EAB-618698F3B88A}"/>
                </a:ext>
              </a:extLst>
            </p:cNvPr>
            <p:cNvSpPr txBox="1"/>
            <p:nvPr/>
          </p:nvSpPr>
          <p:spPr>
            <a:xfrm>
              <a:off x="3612403" y="-752262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Protec. AD</a:t>
              </a:r>
              <a:endParaRPr lang="es-PE"/>
            </a:p>
          </p:txBody>
        </p:sp>
      </p:grpSp>
      <p:sp>
        <p:nvSpPr>
          <p:cNvPr id="221" name="Elipse 220">
            <a:extLst>
              <a:ext uri="{FF2B5EF4-FFF2-40B4-BE49-F238E27FC236}">
                <a16:creationId xmlns:a16="http://schemas.microsoft.com/office/drawing/2014/main" id="{64807EA7-7EAC-0CCA-71F5-11F350948BF6}"/>
              </a:ext>
            </a:extLst>
          </p:cNvPr>
          <p:cNvSpPr/>
          <p:nvPr/>
        </p:nvSpPr>
        <p:spPr>
          <a:xfrm>
            <a:off x="1171392" y="3202702"/>
            <a:ext cx="550265" cy="539184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SCA</a:t>
            </a:r>
          </a:p>
        </p:txBody>
      </p: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EE7C7C18-F5B2-8038-84CB-2188274B4151}"/>
              </a:ext>
            </a:extLst>
          </p:cNvPr>
          <p:cNvGrpSpPr/>
          <p:nvPr/>
        </p:nvGrpSpPr>
        <p:grpSpPr>
          <a:xfrm>
            <a:off x="3616243" y="3161124"/>
            <a:ext cx="829427" cy="557646"/>
            <a:chOff x="3622899" y="-860623"/>
            <a:chExt cx="829427" cy="557646"/>
          </a:xfrm>
        </p:grpSpPr>
        <p:sp>
          <p:nvSpPr>
            <p:cNvPr id="223" name="Elipse 222">
              <a:extLst>
                <a:ext uri="{FF2B5EF4-FFF2-40B4-BE49-F238E27FC236}">
                  <a16:creationId xmlns:a16="http://schemas.microsoft.com/office/drawing/2014/main" id="{58CC335D-361D-27B7-00FF-A3ADF0B11F44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24" name="CuadroTexto 223">
              <a:extLst>
                <a:ext uri="{FF2B5EF4-FFF2-40B4-BE49-F238E27FC236}">
                  <a16:creationId xmlns:a16="http://schemas.microsoft.com/office/drawing/2014/main" id="{32725CDE-7A0D-AE93-55F1-09C36C0DF90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HSM</a:t>
              </a:r>
              <a:endParaRPr lang="es-PE"/>
            </a:p>
          </p:txBody>
        </p:sp>
      </p:grp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FC029E4E-89DC-5C80-F5E5-281D262204DC}"/>
              </a:ext>
            </a:extLst>
          </p:cNvPr>
          <p:cNvGrpSpPr/>
          <p:nvPr/>
        </p:nvGrpSpPr>
        <p:grpSpPr>
          <a:xfrm>
            <a:off x="1675054" y="3204077"/>
            <a:ext cx="829427" cy="557646"/>
            <a:chOff x="3622899" y="-860623"/>
            <a:chExt cx="829427" cy="557646"/>
          </a:xfrm>
        </p:grpSpPr>
        <p:sp>
          <p:nvSpPr>
            <p:cNvPr id="226" name="Elipse 225">
              <a:extLst>
                <a:ext uri="{FF2B5EF4-FFF2-40B4-BE49-F238E27FC236}">
                  <a16:creationId xmlns:a16="http://schemas.microsoft.com/office/drawing/2014/main" id="{B7FC4357-FFEA-C9F5-38AF-BF221F26343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27" name="CuadroTexto 226">
              <a:extLst>
                <a:ext uri="{FF2B5EF4-FFF2-40B4-BE49-F238E27FC236}">
                  <a16:creationId xmlns:a16="http://schemas.microsoft.com/office/drawing/2014/main" id="{BCD72ABB-F457-A1C1-9F80-A3A083A4BE1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SAST / </a:t>
              </a:r>
            </a:p>
            <a:p>
              <a:r>
                <a:rPr lang="es-MX"/>
                <a:t>DAST</a:t>
              </a:r>
              <a:endParaRPr lang="es-PE"/>
            </a:p>
          </p:txBody>
        </p:sp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99A3C614-6B9F-048E-4E14-E432EE379C34}"/>
              </a:ext>
            </a:extLst>
          </p:cNvPr>
          <p:cNvGrpSpPr/>
          <p:nvPr/>
        </p:nvGrpSpPr>
        <p:grpSpPr>
          <a:xfrm>
            <a:off x="7120855" y="3164395"/>
            <a:ext cx="829427" cy="557646"/>
            <a:chOff x="3622899" y="-860623"/>
            <a:chExt cx="829427" cy="557646"/>
          </a:xfrm>
        </p:grpSpPr>
        <p:sp>
          <p:nvSpPr>
            <p:cNvPr id="229" name="Elipse 228">
              <a:extLst>
                <a:ext uri="{FF2B5EF4-FFF2-40B4-BE49-F238E27FC236}">
                  <a16:creationId xmlns:a16="http://schemas.microsoft.com/office/drawing/2014/main" id="{D882CF76-D3F6-ED0A-3F56-28C7D85E328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0" name="CuadroTexto 229">
              <a:extLst>
                <a:ext uri="{FF2B5EF4-FFF2-40B4-BE49-F238E27FC236}">
                  <a16:creationId xmlns:a16="http://schemas.microsoft.com/office/drawing/2014/main" id="{69A4BADE-E3AF-25E2-918A-E54302C24599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IAST / </a:t>
              </a:r>
            </a:p>
            <a:p>
              <a:r>
                <a:rPr lang="es-MX"/>
                <a:t>RASP</a:t>
              </a:r>
              <a:endParaRPr lang="es-PE"/>
            </a:p>
          </p:txBody>
        </p:sp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A26625D5-A666-A5E1-2D11-729BEEBADA78}"/>
              </a:ext>
            </a:extLst>
          </p:cNvPr>
          <p:cNvGrpSpPr/>
          <p:nvPr/>
        </p:nvGrpSpPr>
        <p:grpSpPr>
          <a:xfrm>
            <a:off x="4284527" y="3168409"/>
            <a:ext cx="829427" cy="557646"/>
            <a:chOff x="3622899" y="-860623"/>
            <a:chExt cx="829427" cy="557646"/>
          </a:xfrm>
        </p:grpSpPr>
        <p:sp>
          <p:nvSpPr>
            <p:cNvPr id="232" name="Elipse 231">
              <a:extLst>
                <a:ext uri="{FF2B5EF4-FFF2-40B4-BE49-F238E27FC236}">
                  <a16:creationId xmlns:a16="http://schemas.microsoft.com/office/drawing/2014/main" id="{963D1133-A8E2-3E59-5DD6-60EB48455112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3" name="CuadroTexto 232">
              <a:extLst>
                <a:ext uri="{FF2B5EF4-FFF2-40B4-BE49-F238E27FC236}">
                  <a16:creationId xmlns:a16="http://schemas.microsoft.com/office/drawing/2014/main" id="{17C97E2C-53E8-51B1-C667-7F9B1492BCD2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API </a:t>
              </a:r>
            </a:p>
            <a:p>
              <a:r>
                <a:rPr lang="es-MX"/>
                <a:t>Security</a:t>
              </a:r>
              <a:endParaRPr lang="es-PE"/>
            </a:p>
          </p:txBody>
        </p:sp>
      </p:grpSp>
      <p:grpSp>
        <p:nvGrpSpPr>
          <p:cNvPr id="234" name="Grupo 233">
            <a:extLst>
              <a:ext uri="{FF2B5EF4-FFF2-40B4-BE49-F238E27FC236}">
                <a16:creationId xmlns:a16="http://schemas.microsoft.com/office/drawing/2014/main" id="{25085D7F-C13E-7AEB-0C7E-D88A63395115}"/>
              </a:ext>
            </a:extLst>
          </p:cNvPr>
          <p:cNvGrpSpPr/>
          <p:nvPr/>
        </p:nvGrpSpPr>
        <p:grpSpPr>
          <a:xfrm>
            <a:off x="7788536" y="3160652"/>
            <a:ext cx="829427" cy="557646"/>
            <a:chOff x="3622899" y="-860623"/>
            <a:chExt cx="829427" cy="557646"/>
          </a:xfrm>
        </p:grpSpPr>
        <p:sp>
          <p:nvSpPr>
            <p:cNvPr id="235" name="Elipse 234">
              <a:extLst>
                <a:ext uri="{FF2B5EF4-FFF2-40B4-BE49-F238E27FC236}">
                  <a16:creationId xmlns:a16="http://schemas.microsoft.com/office/drawing/2014/main" id="{C4EA8F8D-CAFD-8DCF-A4AA-1CB8B6AF1EC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6" name="CuadroTexto 235">
              <a:extLst>
                <a:ext uri="{FF2B5EF4-FFF2-40B4-BE49-F238E27FC236}">
                  <a16:creationId xmlns:a16="http://schemas.microsoft.com/office/drawing/2014/main" id="{120A1D43-0777-B9DA-5EDA-DD3FEED47FC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CWPP</a:t>
              </a:r>
              <a:endParaRPr lang="es-PE"/>
            </a:p>
          </p:txBody>
        </p:sp>
      </p:grpSp>
      <p:grpSp>
        <p:nvGrpSpPr>
          <p:cNvPr id="237" name="Grupo 236">
            <a:extLst>
              <a:ext uri="{FF2B5EF4-FFF2-40B4-BE49-F238E27FC236}">
                <a16:creationId xmlns:a16="http://schemas.microsoft.com/office/drawing/2014/main" id="{9EFF741D-0B9A-EDC8-A54B-2D0B13D130CC}"/>
              </a:ext>
            </a:extLst>
          </p:cNvPr>
          <p:cNvGrpSpPr/>
          <p:nvPr/>
        </p:nvGrpSpPr>
        <p:grpSpPr>
          <a:xfrm>
            <a:off x="2261985" y="3217617"/>
            <a:ext cx="829427" cy="557646"/>
            <a:chOff x="3622899" y="-860623"/>
            <a:chExt cx="829427" cy="557646"/>
          </a:xfrm>
        </p:grpSpPr>
        <p:sp>
          <p:nvSpPr>
            <p:cNvPr id="238" name="Elipse 237">
              <a:extLst>
                <a:ext uri="{FF2B5EF4-FFF2-40B4-BE49-F238E27FC236}">
                  <a16:creationId xmlns:a16="http://schemas.microsoft.com/office/drawing/2014/main" id="{D7315FB1-22DB-36B6-778D-BED435168436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39" name="CuadroTexto 238">
              <a:extLst>
                <a:ext uri="{FF2B5EF4-FFF2-40B4-BE49-F238E27FC236}">
                  <a16:creationId xmlns:a16="http://schemas.microsoft.com/office/drawing/2014/main" id="{16FBDED8-F236-D390-317F-CB7F0F6CABEA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CSPM</a:t>
              </a:r>
              <a:endParaRPr lang="es-PE"/>
            </a:p>
          </p:txBody>
        </p: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AAFF7249-A5A6-CFD6-F319-5E90D0651BB8}"/>
              </a:ext>
            </a:extLst>
          </p:cNvPr>
          <p:cNvGrpSpPr/>
          <p:nvPr/>
        </p:nvGrpSpPr>
        <p:grpSpPr>
          <a:xfrm>
            <a:off x="4917397" y="3177103"/>
            <a:ext cx="829427" cy="557646"/>
            <a:chOff x="3622899" y="-860623"/>
            <a:chExt cx="829427" cy="557646"/>
          </a:xfrm>
        </p:grpSpPr>
        <p:sp>
          <p:nvSpPr>
            <p:cNvPr id="241" name="Elipse 240">
              <a:extLst>
                <a:ext uri="{FF2B5EF4-FFF2-40B4-BE49-F238E27FC236}">
                  <a16:creationId xmlns:a16="http://schemas.microsoft.com/office/drawing/2014/main" id="{565BDE00-A8A1-983C-4F44-C88FEF51BC5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42" name="CuadroTexto 241">
              <a:extLst>
                <a:ext uri="{FF2B5EF4-FFF2-40B4-BE49-F238E27FC236}">
                  <a16:creationId xmlns:a16="http://schemas.microsoft.com/office/drawing/2014/main" id="{17DCFE5B-F340-8248-6CAE-E2D5877D6C65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Ofuscación</a:t>
              </a:r>
              <a:endParaRPr lang="es-PE"/>
            </a:p>
          </p:txBody>
        </p:sp>
      </p:grpSp>
      <p:grpSp>
        <p:nvGrpSpPr>
          <p:cNvPr id="243" name="Grupo 242">
            <a:extLst>
              <a:ext uri="{FF2B5EF4-FFF2-40B4-BE49-F238E27FC236}">
                <a16:creationId xmlns:a16="http://schemas.microsoft.com/office/drawing/2014/main" id="{CD2B8F14-4918-555D-EF1D-936B33990CBB}"/>
              </a:ext>
            </a:extLst>
          </p:cNvPr>
          <p:cNvGrpSpPr/>
          <p:nvPr/>
        </p:nvGrpSpPr>
        <p:grpSpPr>
          <a:xfrm>
            <a:off x="2876587" y="3214336"/>
            <a:ext cx="829427" cy="557646"/>
            <a:chOff x="3622899" y="-860623"/>
            <a:chExt cx="829427" cy="557646"/>
          </a:xfrm>
        </p:grpSpPr>
        <p:sp>
          <p:nvSpPr>
            <p:cNvPr id="244" name="Elipse 243">
              <a:extLst>
                <a:ext uri="{FF2B5EF4-FFF2-40B4-BE49-F238E27FC236}">
                  <a16:creationId xmlns:a16="http://schemas.microsoft.com/office/drawing/2014/main" id="{7C708A47-ECA1-2AFE-A053-0E20A4C3D08E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45" name="CuadroTexto 244">
              <a:extLst>
                <a:ext uri="{FF2B5EF4-FFF2-40B4-BE49-F238E27FC236}">
                  <a16:creationId xmlns:a16="http://schemas.microsoft.com/office/drawing/2014/main" id="{6F162C60-DB09-F28D-A1F7-6BA9F64F28F2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PKI</a:t>
              </a:r>
            </a:p>
            <a:p>
              <a:r>
                <a:rPr lang="es-MX"/>
                <a:t>Externa</a:t>
              </a:r>
              <a:endParaRPr lang="es-PE"/>
            </a:p>
          </p:txBody>
        </p:sp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37EE2DBC-46DA-027A-7406-D2BEB756642C}"/>
              </a:ext>
            </a:extLst>
          </p:cNvPr>
          <p:cNvGrpSpPr/>
          <p:nvPr/>
        </p:nvGrpSpPr>
        <p:grpSpPr>
          <a:xfrm>
            <a:off x="3614137" y="1129416"/>
            <a:ext cx="829427" cy="557646"/>
            <a:chOff x="3622899" y="-860623"/>
            <a:chExt cx="829427" cy="557646"/>
          </a:xfrm>
        </p:grpSpPr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FA1CC5E1-C427-E457-C2B5-6CBA5EF5FD52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48" name="CuadroTexto 247">
              <a:extLst>
                <a:ext uri="{FF2B5EF4-FFF2-40B4-BE49-F238E27FC236}">
                  <a16:creationId xmlns:a16="http://schemas.microsoft.com/office/drawing/2014/main" id="{D2A7B8CB-268E-9A19-1527-EEEAF470A41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WAF</a:t>
              </a:r>
              <a:endParaRPr lang="es-PE"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CECBECC9-A396-BB45-C019-0DA42C4E3E3C}"/>
              </a:ext>
            </a:extLst>
          </p:cNvPr>
          <p:cNvGrpSpPr/>
          <p:nvPr/>
        </p:nvGrpSpPr>
        <p:grpSpPr>
          <a:xfrm>
            <a:off x="5136008" y="2283446"/>
            <a:ext cx="829427" cy="557646"/>
            <a:chOff x="3622899" y="-860623"/>
            <a:chExt cx="829427" cy="557646"/>
          </a:xfrm>
        </p:grpSpPr>
        <p:sp>
          <p:nvSpPr>
            <p:cNvPr id="250" name="Elipse 249">
              <a:extLst>
                <a:ext uri="{FF2B5EF4-FFF2-40B4-BE49-F238E27FC236}">
                  <a16:creationId xmlns:a16="http://schemas.microsoft.com/office/drawing/2014/main" id="{9BE7513F-B98B-1190-E42B-78F808FAB1E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51" name="CuadroTexto 250">
              <a:extLst>
                <a:ext uri="{FF2B5EF4-FFF2-40B4-BE49-F238E27FC236}">
                  <a16:creationId xmlns:a16="http://schemas.microsoft.com/office/drawing/2014/main" id="{EA287DDD-E7FA-6CE5-E90B-BF04484E8689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Device</a:t>
              </a:r>
            </a:p>
            <a:p>
              <a:r>
                <a:rPr lang="es-MX"/>
                <a:t>Control</a:t>
              </a:r>
              <a:endParaRPr lang="es-PE"/>
            </a:p>
          </p:txBody>
        </p:sp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75FBA474-D645-643A-B5D3-395DD00C2B2B}"/>
              </a:ext>
            </a:extLst>
          </p:cNvPr>
          <p:cNvGrpSpPr/>
          <p:nvPr/>
        </p:nvGrpSpPr>
        <p:grpSpPr>
          <a:xfrm>
            <a:off x="4459076" y="2278545"/>
            <a:ext cx="829427" cy="557646"/>
            <a:chOff x="3622899" y="-860623"/>
            <a:chExt cx="829427" cy="557646"/>
          </a:xfrm>
        </p:grpSpPr>
        <p:sp>
          <p:nvSpPr>
            <p:cNvPr id="253" name="Elipse 252">
              <a:extLst>
                <a:ext uri="{FF2B5EF4-FFF2-40B4-BE49-F238E27FC236}">
                  <a16:creationId xmlns:a16="http://schemas.microsoft.com/office/drawing/2014/main" id="{D07D50FD-E025-B7D3-7C20-4D0344FB5D9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54" name="CuadroTexto 253">
              <a:extLst>
                <a:ext uri="{FF2B5EF4-FFF2-40B4-BE49-F238E27FC236}">
                  <a16:creationId xmlns:a16="http://schemas.microsoft.com/office/drawing/2014/main" id="{05233F0A-B79A-EDA3-24F9-DD4BC6B33231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DMARC</a:t>
              </a:r>
              <a:endParaRPr lang="es-PE"/>
            </a:p>
          </p:txBody>
        </p:sp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2DEA5307-3590-3841-69BB-7BD16DEA238E}"/>
              </a:ext>
            </a:extLst>
          </p:cNvPr>
          <p:cNvGrpSpPr/>
          <p:nvPr/>
        </p:nvGrpSpPr>
        <p:grpSpPr>
          <a:xfrm>
            <a:off x="4403981" y="1125372"/>
            <a:ext cx="829427" cy="557646"/>
            <a:chOff x="3622899" y="-860623"/>
            <a:chExt cx="829427" cy="557646"/>
          </a:xfrm>
        </p:grpSpPr>
        <p:sp>
          <p:nvSpPr>
            <p:cNvPr id="257" name="Elipse 256">
              <a:extLst>
                <a:ext uri="{FF2B5EF4-FFF2-40B4-BE49-F238E27FC236}">
                  <a16:creationId xmlns:a16="http://schemas.microsoft.com/office/drawing/2014/main" id="{503FB9A5-F524-C083-7054-DD54D6184A8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58" name="CuadroTexto 257">
              <a:extLst>
                <a:ext uri="{FF2B5EF4-FFF2-40B4-BE49-F238E27FC236}">
                  <a16:creationId xmlns:a16="http://schemas.microsoft.com/office/drawing/2014/main" id="{F6B365E4-149A-9F2D-C3B8-2C0A5F73E87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NGFW</a:t>
              </a:r>
              <a:endParaRPr lang="es-PE"/>
            </a:p>
          </p:txBody>
        </p:sp>
      </p:grpSp>
      <p:grpSp>
        <p:nvGrpSpPr>
          <p:cNvPr id="259" name="Grupo 258">
            <a:extLst>
              <a:ext uri="{FF2B5EF4-FFF2-40B4-BE49-F238E27FC236}">
                <a16:creationId xmlns:a16="http://schemas.microsoft.com/office/drawing/2014/main" id="{0E2A19B5-78C1-656E-47F2-E8A5C838322F}"/>
              </a:ext>
            </a:extLst>
          </p:cNvPr>
          <p:cNvGrpSpPr/>
          <p:nvPr/>
        </p:nvGrpSpPr>
        <p:grpSpPr>
          <a:xfrm>
            <a:off x="5002296" y="1143812"/>
            <a:ext cx="829427" cy="557646"/>
            <a:chOff x="3622899" y="-860623"/>
            <a:chExt cx="829427" cy="557646"/>
          </a:xfrm>
        </p:grpSpPr>
        <p:sp>
          <p:nvSpPr>
            <p:cNvPr id="260" name="Elipse 259">
              <a:extLst>
                <a:ext uri="{FF2B5EF4-FFF2-40B4-BE49-F238E27FC236}">
                  <a16:creationId xmlns:a16="http://schemas.microsoft.com/office/drawing/2014/main" id="{FF972B44-364F-8031-8397-03E53F00B72A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61" name="CuadroTexto 260">
              <a:extLst>
                <a:ext uri="{FF2B5EF4-FFF2-40B4-BE49-F238E27FC236}">
                  <a16:creationId xmlns:a16="http://schemas.microsoft.com/office/drawing/2014/main" id="{22DECDE9-FAA7-90F0-BB52-E8550F003EA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Firewalls</a:t>
              </a:r>
              <a:endParaRPr lang="es-PE"/>
            </a:p>
          </p:txBody>
        </p:sp>
      </p:grpSp>
      <p:grpSp>
        <p:nvGrpSpPr>
          <p:cNvPr id="262" name="Grupo 261">
            <a:extLst>
              <a:ext uri="{FF2B5EF4-FFF2-40B4-BE49-F238E27FC236}">
                <a16:creationId xmlns:a16="http://schemas.microsoft.com/office/drawing/2014/main" id="{B9A3F194-0674-BDD4-8435-1FD77C600FF7}"/>
              </a:ext>
            </a:extLst>
          </p:cNvPr>
          <p:cNvGrpSpPr/>
          <p:nvPr/>
        </p:nvGrpSpPr>
        <p:grpSpPr>
          <a:xfrm>
            <a:off x="5612643" y="1163617"/>
            <a:ext cx="829427" cy="557646"/>
            <a:chOff x="3622899" y="-860623"/>
            <a:chExt cx="829427" cy="557646"/>
          </a:xfrm>
        </p:grpSpPr>
        <p:sp>
          <p:nvSpPr>
            <p:cNvPr id="263" name="Elipse 262">
              <a:extLst>
                <a:ext uri="{FF2B5EF4-FFF2-40B4-BE49-F238E27FC236}">
                  <a16:creationId xmlns:a16="http://schemas.microsoft.com/office/drawing/2014/main" id="{32E22980-8F44-5797-C487-FAEF52C8488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64" name="CuadroTexto 263">
              <a:extLst>
                <a:ext uri="{FF2B5EF4-FFF2-40B4-BE49-F238E27FC236}">
                  <a16:creationId xmlns:a16="http://schemas.microsoft.com/office/drawing/2014/main" id="{5EBA5D88-A9D0-10E8-B6DC-D89DAF5B5C3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Proxy</a:t>
              </a:r>
            </a:p>
            <a:p>
              <a:r>
                <a:rPr lang="es-MX"/>
                <a:t>Navegación</a:t>
              </a:r>
              <a:endParaRPr lang="es-PE"/>
            </a:p>
          </p:txBody>
        </p:sp>
      </p:grpSp>
      <p:grpSp>
        <p:nvGrpSpPr>
          <p:cNvPr id="265" name="Grupo 264">
            <a:extLst>
              <a:ext uri="{FF2B5EF4-FFF2-40B4-BE49-F238E27FC236}">
                <a16:creationId xmlns:a16="http://schemas.microsoft.com/office/drawing/2014/main" id="{3986F333-A140-5982-BC3C-52BCE5BE0D84}"/>
              </a:ext>
            </a:extLst>
          </p:cNvPr>
          <p:cNvGrpSpPr/>
          <p:nvPr/>
        </p:nvGrpSpPr>
        <p:grpSpPr>
          <a:xfrm>
            <a:off x="4705246" y="449217"/>
            <a:ext cx="829427" cy="557646"/>
            <a:chOff x="3622899" y="-860623"/>
            <a:chExt cx="829427" cy="557646"/>
          </a:xfrm>
        </p:grpSpPr>
        <p:sp>
          <p:nvSpPr>
            <p:cNvPr id="266" name="Elipse 265">
              <a:extLst>
                <a:ext uri="{FF2B5EF4-FFF2-40B4-BE49-F238E27FC236}">
                  <a16:creationId xmlns:a16="http://schemas.microsoft.com/office/drawing/2014/main" id="{2E17CB25-B45C-14DE-81B9-6395A8918848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67" name="CuadroTexto 266">
              <a:extLst>
                <a:ext uri="{FF2B5EF4-FFF2-40B4-BE49-F238E27FC236}">
                  <a16:creationId xmlns:a16="http://schemas.microsoft.com/office/drawing/2014/main" id="{A7E8BC87-C583-51DF-7512-1255F969925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Anti</a:t>
              </a:r>
            </a:p>
            <a:p>
              <a:r>
                <a:rPr lang="es-MX"/>
                <a:t>Spam</a:t>
              </a:r>
              <a:endParaRPr lang="es-PE"/>
            </a:p>
          </p:txBody>
        </p:sp>
      </p:grpSp>
      <p:grpSp>
        <p:nvGrpSpPr>
          <p:cNvPr id="271" name="Grupo 270">
            <a:extLst>
              <a:ext uri="{FF2B5EF4-FFF2-40B4-BE49-F238E27FC236}">
                <a16:creationId xmlns:a16="http://schemas.microsoft.com/office/drawing/2014/main" id="{7F9B52EA-EB41-556D-B6D0-0C256831A28F}"/>
              </a:ext>
            </a:extLst>
          </p:cNvPr>
          <p:cNvGrpSpPr/>
          <p:nvPr/>
        </p:nvGrpSpPr>
        <p:grpSpPr>
          <a:xfrm>
            <a:off x="6338605" y="1143360"/>
            <a:ext cx="829427" cy="557646"/>
            <a:chOff x="3622899" y="-860623"/>
            <a:chExt cx="829427" cy="557646"/>
          </a:xfrm>
        </p:grpSpPr>
        <p:sp>
          <p:nvSpPr>
            <p:cNvPr id="272" name="Elipse 271">
              <a:extLst>
                <a:ext uri="{FF2B5EF4-FFF2-40B4-BE49-F238E27FC236}">
                  <a16:creationId xmlns:a16="http://schemas.microsoft.com/office/drawing/2014/main" id="{F1F63FFA-6CF2-6A6D-30AF-A68BD6C5B162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73" name="CuadroTexto 272">
              <a:extLst>
                <a:ext uri="{FF2B5EF4-FFF2-40B4-BE49-F238E27FC236}">
                  <a16:creationId xmlns:a16="http://schemas.microsoft.com/office/drawing/2014/main" id="{72910BE3-18F9-9C4D-599A-C0F4BB5B55B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IPS</a:t>
              </a:r>
              <a:endParaRPr lang="es-PE"/>
            </a:p>
          </p:txBody>
        </p:sp>
      </p:grpSp>
      <p:grpSp>
        <p:nvGrpSpPr>
          <p:cNvPr id="274" name="Grupo 273">
            <a:extLst>
              <a:ext uri="{FF2B5EF4-FFF2-40B4-BE49-F238E27FC236}">
                <a16:creationId xmlns:a16="http://schemas.microsoft.com/office/drawing/2014/main" id="{6E63D5BB-DC88-5FCD-577F-C1DA60AF26F8}"/>
              </a:ext>
            </a:extLst>
          </p:cNvPr>
          <p:cNvGrpSpPr/>
          <p:nvPr/>
        </p:nvGrpSpPr>
        <p:grpSpPr>
          <a:xfrm>
            <a:off x="7721820" y="1251646"/>
            <a:ext cx="829427" cy="557646"/>
            <a:chOff x="3622899" y="-860623"/>
            <a:chExt cx="829427" cy="557646"/>
          </a:xfrm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A8F2B8A1-81E8-9A5B-BC2A-6D60FA7E677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76" name="CuadroTexto 275">
              <a:extLst>
                <a:ext uri="{FF2B5EF4-FFF2-40B4-BE49-F238E27FC236}">
                  <a16:creationId xmlns:a16="http://schemas.microsoft.com/office/drawing/2014/main" id="{A6760A7A-7BD5-50CB-C5C7-DA5DAC059E1C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SIEM</a:t>
              </a:r>
              <a:endParaRPr lang="es-PE"/>
            </a:p>
          </p:txBody>
        </p:sp>
      </p:grpSp>
      <p:grpSp>
        <p:nvGrpSpPr>
          <p:cNvPr id="277" name="Grupo 276">
            <a:extLst>
              <a:ext uri="{FF2B5EF4-FFF2-40B4-BE49-F238E27FC236}">
                <a16:creationId xmlns:a16="http://schemas.microsoft.com/office/drawing/2014/main" id="{1E29768F-39E0-2B63-B3EB-E71F7A93B230}"/>
              </a:ext>
            </a:extLst>
          </p:cNvPr>
          <p:cNvGrpSpPr/>
          <p:nvPr/>
        </p:nvGrpSpPr>
        <p:grpSpPr>
          <a:xfrm>
            <a:off x="8343460" y="1271694"/>
            <a:ext cx="829427" cy="557646"/>
            <a:chOff x="3622899" y="-860623"/>
            <a:chExt cx="829427" cy="557646"/>
          </a:xfrm>
        </p:grpSpPr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F8107454-2475-24A2-0C0D-CDEC8BAECAC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79" name="CuadroTexto 278">
              <a:extLst>
                <a:ext uri="{FF2B5EF4-FFF2-40B4-BE49-F238E27FC236}">
                  <a16:creationId xmlns:a16="http://schemas.microsoft.com/office/drawing/2014/main" id="{3773B800-BBA4-625E-5D49-B8B2775153F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NAC</a:t>
              </a:r>
              <a:endParaRPr lang="es-PE"/>
            </a:p>
          </p:txBody>
        </p:sp>
      </p:grpSp>
      <p:grpSp>
        <p:nvGrpSpPr>
          <p:cNvPr id="280" name="Grupo 279">
            <a:extLst>
              <a:ext uri="{FF2B5EF4-FFF2-40B4-BE49-F238E27FC236}">
                <a16:creationId xmlns:a16="http://schemas.microsoft.com/office/drawing/2014/main" id="{936E3242-BAA6-C016-4425-806D57028C26}"/>
              </a:ext>
            </a:extLst>
          </p:cNvPr>
          <p:cNvGrpSpPr/>
          <p:nvPr/>
        </p:nvGrpSpPr>
        <p:grpSpPr>
          <a:xfrm>
            <a:off x="7122280" y="2240491"/>
            <a:ext cx="829427" cy="557646"/>
            <a:chOff x="3622899" y="-860623"/>
            <a:chExt cx="829427" cy="557646"/>
          </a:xfrm>
        </p:grpSpPr>
        <p:sp>
          <p:nvSpPr>
            <p:cNvPr id="281" name="Elipse 280">
              <a:extLst>
                <a:ext uri="{FF2B5EF4-FFF2-40B4-BE49-F238E27FC236}">
                  <a16:creationId xmlns:a16="http://schemas.microsoft.com/office/drawing/2014/main" id="{2968DA39-87BF-FAD6-46F4-BBEE710CD61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82" name="CuadroTexto 281">
              <a:extLst>
                <a:ext uri="{FF2B5EF4-FFF2-40B4-BE49-F238E27FC236}">
                  <a16:creationId xmlns:a16="http://schemas.microsoft.com/office/drawing/2014/main" id="{2A56917E-A426-25DA-D56F-C6845F5FDC56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EDR</a:t>
              </a:r>
              <a:endParaRPr lang="es-PE"/>
            </a:p>
          </p:txBody>
        </p:sp>
      </p:grpSp>
      <p:sp>
        <p:nvSpPr>
          <p:cNvPr id="283" name="Elipse 282">
            <a:extLst>
              <a:ext uri="{FF2B5EF4-FFF2-40B4-BE49-F238E27FC236}">
                <a16:creationId xmlns:a16="http://schemas.microsoft.com/office/drawing/2014/main" id="{1275FCF7-3213-F2E1-26C4-091766E06E3A}"/>
              </a:ext>
            </a:extLst>
          </p:cNvPr>
          <p:cNvSpPr/>
          <p:nvPr/>
        </p:nvSpPr>
        <p:spPr>
          <a:xfrm>
            <a:off x="9744420" y="1242580"/>
            <a:ext cx="699779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Anti-DDoS</a:t>
            </a:r>
          </a:p>
        </p:txBody>
      </p:sp>
      <p:grpSp>
        <p:nvGrpSpPr>
          <p:cNvPr id="284" name="Grupo 283">
            <a:extLst>
              <a:ext uri="{FF2B5EF4-FFF2-40B4-BE49-F238E27FC236}">
                <a16:creationId xmlns:a16="http://schemas.microsoft.com/office/drawing/2014/main" id="{306EA385-AA66-5105-F26B-B8D1CF69E4E3}"/>
              </a:ext>
            </a:extLst>
          </p:cNvPr>
          <p:cNvGrpSpPr/>
          <p:nvPr/>
        </p:nvGrpSpPr>
        <p:grpSpPr>
          <a:xfrm>
            <a:off x="8051360" y="5076954"/>
            <a:ext cx="829427" cy="557646"/>
            <a:chOff x="3622899" y="-860623"/>
            <a:chExt cx="829427" cy="557646"/>
          </a:xfrm>
        </p:grpSpPr>
        <p:sp>
          <p:nvSpPr>
            <p:cNvPr id="285" name="Elipse 284">
              <a:extLst>
                <a:ext uri="{FF2B5EF4-FFF2-40B4-BE49-F238E27FC236}">
                  <a16:creationId xmlns:a16="http://schemas.microsoft.com/office/drawing/2014/main" id="{C6BB94D5-4403-6248-B947-A231F33BABC6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86" name="CuadroTexto 285">
              <a:extLst>
                <a:ext uri="{FF2B5EF4-FFF2-40B4-BE49-F238E27FC236}">
                  <a16:creationId xmlns:a16="http://schemas.microsoft.com/office/drawing/2014/main" id="{E5A6AADF-2C80-EB97-D54D-E56EFC58FCF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Security</a:t>
              </a:r>
            </a:p>
            <a:p>
              <a:r>
                <a:rPr lang="es-MX"/>
                <a:t>Storage</a:t>
              </a:r>
              <a:endParaRPr lang="es-PE"/>
            </a:p>
          </p:txBody>
        </p:sp>
      </p:grpSp>
      <p:grpSp>
        <p:nvGrpSpPr>
          <p:cNvPr id="287" name="Grupo 286">
            <a:extLst>
              <a:ext uri="{FF2B5EF4-FFF2-40B4-BE49-F238E27FC236}">
                <a16:creationId xmlns:a16="http://schemas.microsoft.com/office/drawing/2014/main" id="{6DB073F2-F177-0E4D-8DCB-D7F65BDABA90}"/>
              </a:ext>
            </a:extLst>
          </p:cNvPr>
          <p:cNvGrpSpPr/>
          <p:nvPr/>
        </p:nvGrpSpPr>
        <p:grpSpPr>
          <a:xfrm>
            <a:off x="5587008" y="3184240"/>
            <a:ext cx="829427" cy="557646"/>
            <a:chOff x="3622899" y="-860623"/>
            <a:chExt cx="829427" cy="557646"/>
          </a:xfrm>
        </p:grpSpPr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B1FF603D-9577-F47F-F4DD-8C1C3912A907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89" name="CuadroTexto 288">
              <a:extLst>
                <a:ext uri="{FF2B5EF4-FFF2-40B4-BE49-F238E27FC236}">
                  <a16:creationId xmlns:a16="http://schemas.microsoft.com/office/drawing/2014/main" id="{52F22F5B-C9E9-97E2-B182-A8052A5BBD3B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Bóvedas</a:t>
              </a:r>
              <a:endParaRPr lang="es-PE"/>
            </a:p>
          </p:txBody>
        </p:sp>
      </p:grpSp>
      <p:grpSp>
        <p:nvGrpSpPr>
          <p:cNvPr id="290" name="Grupo 289">
            <a:extLst>
              <a:ext uri="{FF2B5EF4-FFF2-40B4-BE49-F238E27FC236}">
                <a16:creationId xmlns:a16="http://schemas.microsoft.com/office/drawing/2014/main" id="{480E3E11-F121-CCA9-12C6-8EA9BBA8B475}"/>
              </a:ext>
            </a:extLst>
          </p:cNvPr>
          <p:cNvGrpSpPr/>
          <p:nvPr/>
        </p:nvGrpSpPr>
        <p:grpSpPr>
          <a:xfrm>
            <a:off x="6246102" y="3191486"/>
            <a:ext cx="829427" cy="557646"/>
            <a:chOff x="3622899" y="-860623"/>
            <a:chExt cx="829427" cy="557646"/>
          </a:xfrm>
        </p:grpSpPr>
        <p:sp>
          <p:nvSpPr>
            <p:cNvPr id="291" name="Elipse 290">
              <a:extLst>
                <a:ext uri="{FF2B5EF4-FFF2-40B4-BE49-F238E27FC236}">
                  <a16:creationId xmlns:a16="http://schemas.microsoft.com/office/drawing/2014/main" id="{1656E0B2-807E-9FAC-EC6F-A89BE0E43DBE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92" name="CuadroTexto 291">
              <a:extLst>
                <a:ext uri="{FF2B5EF4-FFF2-40B4-BE49-F238E27FC236}">
                  <a16:creationId xmlns:a16="http://schemas.microsoft.com/office/drawing/2014/main" id="{CF0FC753-E226-870A-DD8A-21ACF1282E84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Container </a:t>
              </a:r>
            </a:p>
            <a:p>
              <a:r>
                <a:rPr lang="es-MX"/>
                <a:t>Register</a:t>
              </a:r>
              <a:endParaRPr lang="es-PE"/>
            </a:p>
          </p:txBody>
        </p:sp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8A2AD7C7-3B1A-F9F4-C46B-B6B001EDFAB6}"/>
              </a:ext>
            </a:extLst>
          </p:cNvPr>
          <p:cNvGrpSpPr/>
          <p:nvPr/>
        </p:nvGrpSpPr>
        <p:grpSpPr>
          <a:xfrm>
            <a:off x="8434950" y="3155064"/>
            <a:ext cx="829427" cy="557646"/>
            <a:chOff x="3622899" y="-860623"/>
            <a:chExt cx="829427" cy="557646"/>
          </a:xfrm>
        </p:grpSpPr>
        <p:sp>
          <p:nvSpPr>
            <p:cNvPr id="294" name="Elipse 293">
              <a:extLst>
                <a:ext uri="{FF2B5EF4-FFF2-40B4-BE49-F238E27FC236}">
                  <a16:creationId xmlns:a16="http://schemas.microsoft.com/office/drawing/2014/main" id="{7C528AED-1D97-BF5E-08C7-334CF5238527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95" name="CuadroTexto 294">
              <a:extLst>
                <a:ext uri="{FF2B5EF4-FFF2-40B4-BE49-F238E27FC236}">
                  <a16:creationId xmlns:a16="http://schemas.microsoft.com/office/drawing/2014/main" id="{E7DE9E1B-7314-8761-B73B-6FB193C6A7E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OPA</a:t>
              </a:r>
              <a:endParaRPr lang="es-PE"/>
            </a:p>
          </p:txBody>
        </p:sp>
      </p:grp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6B8C634B-D58F-C4C0-4856-79C333FBDC54}"/>
              </a:ext>
            </a:extLst>
          </p:cNvPr>
          <p:cNvGrpSpPr/>
          <p:nvPr/>
        </p:nvGrpSpPr>
        <p:grpSpPr>
          <a:xfrm>
            <a:off x="9710007" y="3217617"/>
            <a:ext cx="829427" cy="557646"/>
            <a:chOff x="3622899" y="-860623"/>
            <a:chExt cx="829427" cy="557646"/>
          </a:xfrm>
        </p:grpSpPr>
        <p:sp>
          <p:nvSpPr>
            <p:cNvPr id="297" name="Elipse 296">
              <a:extLst>
                <a:ext uri="{FF2B5EF4-FFF2-40B4-BE49-F238E27FC236}">
                  <a16:creationId xmlns:a16="http://schemas.microsoft.com/office/drawing/2014/main" id="{92D2308A-EC09-AA44-0B5E-223AC7806FAC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298" name="CuadroTexto 297">
              <a:extLst>
                <a:ext uri="{FF2B5EF4-FFF2-40B4-BE49-F238E27FC236}">
                  <a16:creationId xmlns:a16="http://schemas.microsoft.com/office/drawing/2014/main" id="{E46AEFD8-6C6C-11E9-CF92-6B6E7F580A1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Virtual</a:t>
              </a:r>
            </a:p>
            <a:p>
              <a:r>
                <a:rPr lang="es-MX"/>
                <a:t>Patching</a:t>
              </a:r>
              <a:endParaRPr lang="es-PE"/>
            </a:p>
          </p:txBody>
        </p:sp>
      </p:grpSp>
      <p:grpSp>
        <p:nvGrpSpPr>
          <p:cNvPr id="300" name="Grupo 299">
            <a:extLst>
              <a:ext uri="{FF2B5EF4-FFF2-40B4-BE49-F238E27FC236}">
                <a16:creationId xmlns:a16="http://schemas.microsoft.com/office/drawing/2014/main" id="{EEA207F3-DB7B-772A-B784-125E64910678}"/>
              </a:ext>
            </a:extLst>
          </p:cNvPr>
          <p:cNvGrpSpPr/>
          <p:nvPr/>
        </p:nvGrpSpPr>
        <p:grpSpPr>
          <a:xfrm>
            <a:off x="8964457" y="1279756"/>
            <a:ext cx="829427" cy="557646"/>
            <a:chOff x="3622899" y="-860623"/>
            <a:chExt cx="829427" cy="557646"/>
          </a:xfrm>
        </p:grpSpPr>
        <p:sp>
          <p:nvSpPr>
            <p:cNvPr id="301" name="Elipse 300">
              <a:extLst>
                <a:ext uri="{FF2B5EF4-FFF2-40B4-BE49-F238E27FC236}">
                  <a16:creationId xmlns:a16="http://schemas.microsoft.com/office/drawing/2014/main" id="{7ED4FA69-2E4F-7E9B-71A5-08B0BDBFDF84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02" name="CuadroTexto 301">
              <a:extLst>
                <a:ext uri="{FF2B5EF4-FFF2-40B4-BE49-F238E27FC236}">
                  <a16:creationId xmlns:a16="http://schemas.microsoft.com/office/drawing/2014/main" id="{7110C1F7-2F1F-EABA-BF83-F922DA0B85C1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Secure</a:t>
              </a:r>
            </a:p>
            <a:p>
              <a:r>
                <a:rPr lang="es-MX"/>
                <a:t>Log Mgmt</a:t>
              </a:r>
              <a:endParaRPr lang="es-PE"/>
            </a:p>
          </p:txBody>
        </p:sp>
      </p:grpSp>
      <p:grpSp>
        <p:nvGrpSpPr>
          <p:cNvPr id="303" name="Grupo 302">
            <a:extLst>
              <a:ext uri="{FF2B5EF4-FFF2-40B4-BE49-F238E27FC236}">
                <a16:creationId xmlns:a16="http://schemas.microsoft.com/office/drawing/2014/main" id="{E6906ED7-4670-38FE-8AE8-34F3642B5D90}"/>
              </a:ext>
            </a:extLst>
          </p:cNvPr>
          <p:cNvGrpSpPr/>
          <p:nvPr/>
        </p:nvGrpSpPr>
        <p:grpSpPr>
          <a:xfrm>
            <a:off x="5793407" y="2291436"/>
            <a:ext cx="829427" cy="557646"/>
            <a:chOff x="3622899" y="-860623"/>
            <a:chExt cx="829427" cy="557646"/>
          </a:xfrm>
        </p:grpSpPr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7796D261-0472-DBBC-890F-EEC4BCBFD77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05" name="CuadroTexto 304">
              <a:extLst>
                <a:ext uri="{FF2B5EF4-FFF2-40B4-BE49-F238E27FC236}">
                  <a16:creationId xmlns:a16="http://schemas.microsoft.com/office/drawing/2014/main" id="{C5194E9F-FE95-7677-EBD6-4965E7FB5190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Vuln</a:t>
              </a:r>
            </a:p>
            <a:p>
              <a:r>
                <a:rPr lang="es-MX"/>
                <a:t>Mgmt</a:t>
              </a:r>
              <a:endParaRPr lang="es-PE"/>
            </a:p>
          </p:txBody>
        </p:sp>
      </p:grpSp>
      <p:sp>
        <p:nvSpPr>
          <p:cNvPr id="306" name="Elipse 305">
            <a:extLst>
              <a:ext uri="{FF2B5EF4-FFF2-40B4-BE49-F238E27FC236}">
                <a16:creationId xmlns:a16="http://schemas.microsoft.com/office/drawing/2014/main" id="{9D43E5F9-83C1-E40F-F6D4-113602A2EC4F}"/>
              </a:ext>
            </a:extLst>
          </p:cNvPr>
          <p:cNvSpPr/>
          <p:nvPr/>
        </p:nvSpPr>
        <p:spPr>
          <a:xfrm>
            <a:off x="11368289" y="2299435"/>
            <a:ext cx="699779" cy="638263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000" kern="0">
                <a:latin typeface="Calibri" panose="020F0502020204030204"/>
              </a:rPr>
              <a:t>SOAR</a:t>
            </a:r>
          </a:p>
        </p:txBody>
      </p: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6876C363-2022-4D51-0DBA-A1F5CE9C271E}"/>
              </a:ext>
            </a:extLst>
          </p:cNvPr>
          <p:cNvGrpSpPr/>
          <p:nvPr/>
        </p:nvGrpSpPr>
        <p:grpSpPr>
          <a:xfrm>
            <a:off x="3982028" y="1557993"/>
            <a:ext cx="829427" cy="557646"/>
            <a:chOff x="3622899" y="-860623"/>
            <a:chExt cx="829427" cy="557646"/>
          </a:xfrm>
        </p:grpSpPr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1FAF2DF1-57B9-DDE0-533F-1795AACF9520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09" name="CuadroTexto 308">
              <a:extLst>
                <a:ext uri="{FF2B5EF4-FFF2-40B4-BE49-F238E27FC236}">
                  <a16:creationId xmlns:a16="http://schemas.microsoft.com/office/drawing/2014/main" id="{EAABCA1F-FD8D-909E-6AA4-9232AC01D535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Micro segment</a:t>
              </a:r>
              <a:endParaRPr lang="es-PE"/>
            </a:p>
          </p:txBody>
        </p:sp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12F710D6-6C3C-972F-196E-3D7898CDE8BD}"/>
              </a:ext>
            </a:extLst>
          </p:cNvPr>
          <p:cNvGrpSpPr/>
          <p:nvPr/>
        </p:nvGrpSpPr>
        <p:grpSpPr>
          <a:xfrm>
            <a:off x="6023447" y="1590086"/>
            <a:ext cx="829427" cy="557646"/>
            <a:chOff x="3622899" y="-860623"/>
            <a:chExt cx="829427" cy="557646"/>
          </a:xfrm>
        </p:grpSpPr>
        <p:sp>
          <p:nvSpPr>
            <p:cNvPr id="311" name="Elipse 310">
              <a:extLst>
                <a:ext uri="{FF2B5EF4-FFF2-40B4-BE49-F238E27FC236}">
                  <a16:creationId xmlns:a16="http://schemas.microsoft.com/office/drawing/2014/main" id="{487D4FAB-FF37-5926-8C8A-DCDB468C2B93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12" name="CuadroTexto 311">
              <a:extLst>
                <a:ext uri="{FF2B5EF4-FFF2-40B4-BE49-F238E27FC236}">
                  <a16:creationId xmlns:a16="http://schemas.microsoft.com/office/drawing/2014/main" id="{0BA6A081-8AB0-BC95-F656-A62B9548B388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ZTNA</a:t>
              </a:r>
              <a:endParaRPr lang="es-PE"/>
            </a:p>
          </p:txBody>
        </p:sp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47C656F6-EFA4-282E-4667-A2DE7C35C154}"/>
              </a:ext>
            </a:extLst>
          </p:cNvPr>
          <p:cNvGrpSpPr/>
          <p:nvPr/>
        </p:nvGrpSpPr>
        <p:grpSpPr>
          <a:xfrm>
            <a:off x="9771864" y="5063839"/>
            <a:ext cx="829427" cy="557646"/>
            <a:chOff x="3622899" y="-860623"/>
            <a:chExt cx="829427" cy="557646"/>
          </a:xfrm>
        </p:grpSpPr>
        <p:sp>
          <p:nvSpPr>
            <p:cNvPr id="315" name="Elipse 314">
              <a:extLst>
                <a:ext uri="{FF2B5EF4-FFF2-40B4-BE49-F238E27FC236}">
                  <a16:creationId xmlns:a16="http://schemas.microsoft.com/office/drawing/2014/main" id="{D701B455-BDFB-FA9B-F30F-0E43BDC9392B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16" name="CuadroTexto 315">
              <a:extLst>
                <a:ext uri="{FF2B5EF4-FFF2-40B4-BE49-F238E27FC236}">
                  <a16:creationId xmlns:a16="http://schemas.microsoft.com/office/drawing/2014/main" id="{1F45228E-5ADA-31CA-2B98-60FF79425F47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Gestión de Certificados</a:t>
              </a:r>
              <a:endParaRPr lang="es-PE"/>
            </a:p>
          </p:txBody>
        </p:sp>
      </p:grpSp>
      <p:grpSp>
        <p:nvGrpSpPr>
          <p:cNvPr id="317" name="Grupo 316">
            <a:extLst>
              <a:ext uri="{FF2B5EF4-FFF2-40B4-BE49-F238E27FC236}">
                <a16:creationId xmlns:a16="http://schemas.microsoft.com/office/drawing/2014/main" id="{A9BB77E5-3EF3-6B38-AC98-E2D4B6AC1D55}"/>
              </a:ext>
            </a:extLst>
          </p:cNvPr>
          <p:cNvGrpSpPr/>
          <p:nvPr/>
        </p:nvGrpSpPr>
        <p:grpSpPr>
          <a:xfrm>
            <a:off x="4720734" y="1612090"/>
            <a:ext cx="829427" cy="557646"/>
            <a:chOff x="3622899" y="-860623"/>
            <a:chExt cx="829427" cy="557646"/>
          </a:xfrm>
        </p:grpSpPr>
        <p:sp>
          <p:nvSpPr>
            <p:cNvPr id="318" name="Elipse 317">
              <a:extLst>
                <a:ext uri="{FF2B5EF4-FFF2-40B4-BE49-F238E27FC236}">
                  <a16:creationId xmlns:a16="http://schemas.microsoft.com/office/drawing/2014/main" id="{5186B8C8-5E68-D62B-E7BE-72415FE0D6F1}"/>
                </a:ext>
              </a:extLst>
            </p:cNvPr>
            <p:cNvSpPr/>
            <p:nvPr/>
          </p:nvSpPr>
          <p:spPr>
            <a:xfrm>
              <a:off x="3744132" y="-860623"/>
              <a:ext cx="576319" cy="557646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75482"/>
              <a:endParaRPr lang="es-PE" sz="1000" kern="0">
                <a:latin typeface="Calibri" panose="020F0502020204030204"/>
              </a:endParaRPr>
            </a:p>
          </p:txBody>
        </p:sp>
        <p:sp>
          <p:nvSpPr>
            <p:cNvPr id="319" name="CuadroTexto 318">
              <a:extLst>
                <a:ext uri="{FF2B5EF4-FFF2-40B4-BE49-F238E27FC236}">
                  <a16:creationId xmlns:a16="http://schemas.microsoft.com/office/drawing/2014/main" id="{C15F5E9E-5EA6-358C-4E19-29BE72E34215}"/>
                </a:ext>
              </a:extLst>
            </p:cNvPr>
            <p:cNvSpPr txBox="1"/>
            <p:nvPr/>
          </p:nvSpPr>
          <p:spPr>
            <a:xfrm>
              <a:off x="3622899" y="-709579"/>
              <a:ext cx="829427" cy="2442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s-PE"/>
              </a:defPPr>
              <a:lvl1pPr algn="ctr" defTabSz="975482">
                <a:defRPr sz="1000" kern="0">
                  <a:latin typeface="Calibri" panose="020F0502020204030204"/>
                </a:defRPr>
              </a:lvl1pPr>
            </a:lstStyle>
            <a:p>
              <a:r>
                <a:rPr lang="es-MX"/>
                <a:t>DNS</a:t>
              </a:r>
              <a:endParaRPr lang="es-PE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86A2F5E7-4138-207A-5B62-F2706DC829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2271" y="3562881"/>
            <a:ext cx="640285" cy="16186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F2E0E1-405C-4CD3-A069-76C97A70F9F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5578" t="28518" r="12408" b="30326"/>
          <a:stretch/>
        </p:blipFill>
        <p:spPr>
          <a:xfrm>
            <a:off x="9796973" y="5492940"/>
            <a:ext cx="783907" cy="19599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01B13DF-F088-4DB8-8759-B1FBF0D95AD3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23651" b="22750"/>
          <a:stretch/>
        </p:blipFill>
        <p:spPr>
          <a:xfrm>
            <a:off x="1740668" y="1637117"/>
            <a:ext cx="685186" cy="30986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5B4E07E-497A-4339-8AD6-0192A7B3767A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54795" t="48732" r="12874" b="28134"/>
          <a:stretch/>
        </p:blipFill>
        <p:spPr>
          <a:xfrm>
            <a:off x="5991591" y="2719775"/>
            <a:ext cx="458822" cy="202023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5018C702-15D9-4357-B823-83B4485B9C18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4613" t="14423" r="6598" b="13053"/>
          <a:stretch/>
        </p:blipFill>
        <p:spPr>
          <a:xfrm>
            <a:off x="7823388" y="1662520"/>
            <a:ext cx="603002" cy="30959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4DC43B2-D724-4668-8CF2-DCD105717610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62681"/>
          <a:stretch/>
        </p:blipFill>
        <p:spPr>
          <a:xfrm>
            <a:off x="1738984" y="3644799"/>
            <a:ext cx="624788" cy="148814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6D65310-59CC-4238-8751-B4DD6BECE73A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33531"/>
          <a:stretch/>
        </p:blipFill>
        <p:spPr>
          <a:xfrm>
            <a:off x="1781693" y="3144662"/>
            <a:ext cx="590361" cy="197184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319430D4-AA58-4C90-8789-33C30A179BDE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18702" b="23403"/>
          <a:stretch/>
        </p:blipFill>
        <p:spPr>
          <a:xfrm>
            <a:off x="4583210" y="2669362"/>
            <a:ext cx="596779" cy="172752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63BFF710-AE31-4925-B555-C17CDE60C7AC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45923" t="32994" b="21055"/>
          <a:stretch/>
        </p:blipFill>
        <p:spPr>
          <a:xfrm>
            <a:off x="5291902" y="2693050"/>
            <a:ext cx="557310" cy="236782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45EDFF7F-1845-4445-9A39-A6B0D990E609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t="72755"/>
          <a:stretch/>
        </p:blipFill>
        <p:spPr>
          <a:xfrm>
            <a:off x="3544907" y="4282409"/>
            <a:ext cx="921961" cy="188391"/>
          </a:xfrm>
          <a:prstGeom prst="rect">
            <a:avLst/>
          </a:prstGeom>
        </p:spPr>
      </p:pic>
      <p:pic>
        <p:nvPicPr>
          <p:cNvPr id="1034" name="Picture 10" descr="Jscrambler - UPTEC">
            <a:extLst>
              <a:ext uri="{FF2B5EF4-FFF2-40B4-BE49-F238E27FC236}">
                <a16:creationId xmlns:a16="http://schemas.microsoft.com/office/drawing/2014/main" id="{942D67B5-B319-4429-9334-4B8E5B3F4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4" t="34301" r="16291" b="21787"/>
          <a:stretch/>
        </p:blipFill>
        <p:spPr bwMode="auto">
          <a:xfrm>
            <a:off x="5028566" y="3554352"/>
            <a:ext cx="686502" cy="22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D1143F64-746D-41DF-A891-63B2B870979B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27065" b="27279"/>
          <a:stretch/>
        </p:blipFill>
        <p:spPr>
          <a:xfrm>
            <a:off x="4966286" y="3154597"/>
            <a:ext cx="840781" cy="191932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0720F40-5063-4181-B9BC-4DCACAC60BF7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10991" t="59551" r="9990" b="7500"/>
          <a:stretch/>
        </p:blipFill>
        <p:spPr>
          <a:xfrm>
            <a:off x="4386370" y="4226570"/>
            <a:ext cx="664920" cy="272991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E6070517-46EF-4024-A067-02BC80B634E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06842" y="5421197"/>
            <a:ext cx="408658" cy="408658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CF637BC3-0CD2-464F-8EB9-1A7BDBA00535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10507" t="11777" r="8356" b="11954"/>
          <a:stretch/>
        </p:blipFill>
        <p:spPr>
          <a:xfrm>
            <a:off x="1138949" y="5397118"/>
            <a:ext cx="812946" cy="399913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F98A82B4-ACC1-4A7C-BD5D-ACE17D66C011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t="23800" b="47196"/>
          <a:stretch/>
        </p:blipFill>
        <p:spPr>
          <a:xfrm>
            <a:off x="9764217" y="1767246"/>
            <a:ext cx="687868" cy="199508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72F868B2-CF48-415A-9CF2-5350122DBFA7}"/>
              </a:ext>
            </a:extLst>
          </p:cNvPr>
          <p:cNvPicPr>
            <a:picLocks noChangeAspect="1"/>
          </p:cNvPicPr>
          <p:nvPr/>
        </p:nvPicPr>
        <p:blipFill rotWithShape="1">
          <a:blip r:embed="rId29"/>
          <a:srcRect l="14394" t="16662" r="14756" b="20025"/>
          <a:stretch/>
        </p:blipFill>
        <p:spPr>
          <a:xfrm>
            <a:off x="5396486" y="4615742"/>
            <a:ext cx="769606" cy="300308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A697FEC1-65AB-0927-C97E-EF7B6D67572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38202" y="1561660"/>
            <a:ext cx="573034" cy="272293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9AE24863-755E-F361-DA24-CC35611AB916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t="51881" r="7512"/>
          <a:stretch/>
        </p:blipFill>
        <p:spPr>
          <a:xfrm>
            <a:off x="1220376" y="3546725"/>
            <a:ext cx="441986" cy="193907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7ECD7B59-C334-A17E-D4AB-0C8B78579CC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16964" y="2588282"/>
            <a:ext cx="403958" cy="461665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DE1E7A29-5F9A-71C5-EE32-BA990B7501A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242" y="2684824"/>
            <a:ext cx="748514" cy="352393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3E3BDDCD-CBBD-CAD7-AAE1-B52D35E0B16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25713" y="4977719"/>
            <a:ext cx="895600" cy="211822"/>
          </a:xfrm>
          <a:prstGeom prst="rect">
            <a:avLst/>
          </a:prstGeom>
        </p:spPr>
      </p:pic>
      <p:pic>
        <p:nvPicPr>
          <p:cNvPr id="78" name="Imagen 9" descr="Gráfico, Gráfico de embudo&#10;&#10;Descripción generada automáticamente">
            <a:extLst>
              <a:ext uri="{FF2B5EF4-FFF2-40B4-BE49-F238E27FC236}">
                <a16:creationId xmlns:a16="http://schemas.microsoft.com/office/drawing/2014/main" id="{6627A85B-E180-F586-5DEC-F22EF07BDA3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23808" y="3529968"/>
            <a:ext cx="563460" cy="263274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513B3804-6DCC-CE1D-A1A9-0A677CFA419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47918" y="2995792"/>
            <a:ext cx="374378" cy="381216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24244AE1-05F8-0731-3FAE-A67378853845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454770" y="1658682"/>
            <a:ext cx="660933" cy="215469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DE75A947-B2D3-51C5-FD42-A31FFC19F19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047564" y="1935013"/>
            <a:ext cx="742809" cy="246601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BCB6E6C5-FED7-3876-73CA-712FE049EF3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53099" y="2623605"/>
            <a:ext cx="680243" cy="268825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87BB1948-4C48-DC4C-985F-A0155F1A047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30773" y="878253"/>
            <a:ext cx="913938" cy="206281"/>
          </a:xfrm>
          <a:prstGeom prst="rect">
            <a:avLst/>
          </a:prstGeom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970009B2-F42D-941C-28A5-AB699F9BA39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58655" y="875851"/>
            <a:ext cx="913938" cy="206281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EB64199A-5A57-87A2-38AF-7AB06059C8B2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993941" y="1100271"/>
            <a:ext cx="811038" cy="252323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48648A4D-78D2-B5A9-A504-D5199688DFF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090636" y="1158053"/>
            <a:ext cx="671061" cy="174476"/>
          </a:xfrm>
          <a:prstGeom prst="rect">
            <a:avLst/>
          </a:prstGeom>
        </p:spPr>
      </p:pic>
      <p:pic>
        <p:nvPicPr>
          <p:cNvPr id="83" name="Imagen 82">
            <a:extLst>
              <a:ext uri="{FF2B5EF4-FFF2-40B4-BE49-F238E27FC236}">
                <a16:creationId xmlns:a16="http://schemas.microsoft.com/office/drawing/2014/main" id="{BDA2A560-0FF1-C6EB-321B-8C5E5A5B48C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247781" y="2792754"/>
            <a:ext cx="868831" cy="165324"/>
          </a:xfrm>
          <a:prstGeom prst="rect">
            <a:avLst/>
          </a:prstGeom>
        </p:spPr>
      </p:pic>
      <p:pic>
        <p:nvPicPr>
          <p:cNvPr id="85" name="Imagen 84">
            <a:extLst>
              <a:ext uri="{FF2B5EF4-FFF2-40B4-BE49-F238E27FC236}">
                <a16:creationId xmlns:a16="http://schemas.microsoft.com/office/drawing/2014/main" id="{664CF7A0-3C65-DE7A-1531-B4E84A9DF35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575264" y="3513666"/>
            <a:ext cx="534168" cy="224440"/>
          </a:xfrm>
          <a:prstGeom prst="rect">
            <a:avLst/>
          </a:prstGeom>
        </p:spPr>
      </p:pic>
      <p:pic>
        <p:nvPicPr>
          <p:cNvPr id="87" name="Imagen 86">
            <a:extLst>
              <a:ext uri="{FF2B5EF4-FFF2-40B4-BE49-F238E27FC236}">
                <a16:creationId xmlns:a16="http://schemas.microsoft.com/office/drawing/2014/main" id="{84AAFDEA-171B-33A6-6EB0-B45DF983C13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84856" y="4579906"/>
            <a:ext cx="468072" cy="295089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C067E4EF-74C2-F830-1C45-56F8D98C597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21728" y="4566649"/>
            <a:ext cx="888822" cy="306706"/>
          </a:xfrm>
          <a:prstGeom prst="rect">
            <a:avLst/>
          </a:prstGeom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9AECD2A3-EAEB-34CD-65DD-1A828BD9BCA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039600" y="3874090"/>
            <a:ext cx="741838" cy="237388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56255489-EB12-FDCF-E0ED-9C45CB0280C5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023699" y="5498800"/>
            <a:ext cx="765681" cy="271600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668245FA-70DF-CC59-F973-F4F41F89ECB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505671" y="1694475"/>
            <a:ext cx="680243" cy="268825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A42349F9-A030-B1BB-6241-1F8F08E6400A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505533" y="1496617"/>
            <a:ext cx="482479" cy="21814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9EC64C58-750B-295C-8B5C-E8EEA3DCBA4B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45923" t="32994" b="21055"/>
          <a:stretch/>
        </p:blipFill>
        <p:spPr>
          <a:xfrm>
            <a:off x="3840371" y="5432786"/>
            <a:ext cx="557310" cy="236782"/>
          </a:xfrm>
          <a:prstGeom prst="rect">
            <a:avLst/>
          </a:prstGeom>
        </p:spPr>
      </p:pic>
      <p:pic>
        <p:nvPicPr>
          <p:cNvPr id="100" name="Imagen 99">
            <a:extLst>
              <a:ext uri="{FF2B5EF4-FFF2-40B4-BE49-F238E27FC236}">
                <a16:creationId xmlns:a16="http://schemas.microsoft.com/office/drawing/2014/main" id="{B451A53D-0DC9-10F1-5F3F-C79B72FE3C2A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71169" y="848101"/>
            <a:ext cx="797751" cy="229656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5A9FF890-0C76-60CB-8716-61A938129BD7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139675" y="4265717"/>
            <a:ext cx="342296" cy="276045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D65C48BE-0134-EDA1-BC2E-15C7815F0B38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121552" y="4341010"/>
            <a:ext cx="688465" cy="193532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67B22883-64FA-4ECC-BA39-4F03406B4E07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115704" y="1718119"/>
            <a:ext cx="515206" cy="178921"/>
          </a:xfrm>
          <a:prstGeom prst="rect">
            <a:avLst/>
          </a:prstGeom>
        </p:spPr>
      </p:pic>
      <p:pic>
        <p:nvPicPr>
          <p:cNvPr id="108" name="Imagen 107">
            <a:extLst>
              <a:ext uri="{FF2B5EF4-FFF2-40B4-BE49-F238E27FC236}">
                <a16:creationId xmlns:a16="http://schemas.microsoft.com/office/drawing/2014/main" id="{BEEE931C-D6F1-B791-E863-E6FB488AE868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997137" y="4694706"/>
            <a:ext cx="778429" cy="233529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D86F4925-0847-42FE-8B08-1DD838A58C9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425034" y="3593976"/>
            <a:ext cx="533986" cy="166129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50574136-FB9D-2534-8A75-724845BF08DB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300604" y="5421198"/>
            <a:ext cx="905067" cy="190014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F705CC42-5CB6-0BD4-6C01-3F0553FD77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2786" y="5511152"/>
            <a:ext cx="640285" cy="161862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CB7A11F8-4B53-FE3E-12CC-497D41A3321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124906" y="3925268"/>
            <a:ext cx="817655" cy="221248"/>
          </a:xfrm>
          <a:prstGeom prst="rect">
            <a:avLst/>
          </a:prstGeom>
        </p:spPr>
      </p:pic>
      <p:pic>
        <p:nvPicPr>
          <p:cNvPr id="118" name="Imagen 117">
            <a:extLst>
              <a:ext uri="{FF2B5EF4-FFF2-40B4-BE49-F238E27FC236}">
                <a16:creationId xmlns:a16="http://schemas.microsoft.com/office/drawing/2014/main" id="{F4786CFE-823E-CEBE-D8AE-52CA87AA5478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00286" y="4579693"/>
            <a:ext cx="674150" cy="252806"/>
          </a:xfrm>
          <a:prstGeom prst="rect">
            <a:avLst/>
          </a:prstGeom>
        </p:spPr>
      </p:pic>
      <p:sp>
        <p:nvSpPr>
          <p:cNvPr id="121" name="Elipse 120">
            <a:extLst>
              <a:ext uri="{FF2B5EF4-FFF2-40B4-BE49-F238E27FC236}">
                <a16:creationId xmlns:a16="http://schemas.microsoft.com/office/drawing/2014/main" id="{F1E161C7-5E1E-A8C7-28E4-C0205B1ED92C}"/>
              </a:ext>
            </a:extLst>
          </p:cNvPr>
          <p:cNvSpPr/>
          <p:nvPr/>
        </p:nvSpPr>
        <p:spPr>
          <a:xfrm>
            <a:off x="1461702" y="3952201"/>
            <a:ext cx="1584173" cy="542412"/>
          </a:xfrm>
          <a:prstGeom prst="ellipse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75482"/>
            <a:r>
              <a:rPr lang="es-PE" sz="1100" b="1" kern="0">
                <a:latin typeface="Calibri" panose="020F0502020204030204"/>
              </a:rPr>
              <a:t>Identidad</a:t>
            </a:r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E2F2EBBD-4C0C-FBE1-38D4-CE477402E9EA}"/>
              </a:ext>
            </a:extLst>
          </p:cNvPr>
          <p:cNvSpPr/>
          <p:nvPr/>
        </p:nvSpPr>
        <p:spPr>
          <a:xfrm>
            <a:off x="1253250" y="4386377"/>
            <a:ext cx="441567" cy="215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IAM</a:t>
            </a:r>
            <a:endParaRPr lang="es-PE" sz="1000">
              <a:solidFill>
                <a:schemeClr val="tx1"/>
              </a:solidFill>
            </a:endParaRPr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4DDFC324-2BF0-BF36-9EFF-8D1255046741}"/>
              </a:ext>
            </a:extLst>
          </p:cNvPr>
          <p:cNvSpPr/>
          <p:nvPr/>
        </p:nvSpPr>
        <p:spPr>
          <a:xfrm>
            <a:off x="2153644" y="4389114"/>
            <a:ext cx="462544" cy="210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RACF</a:t>
            </a:r>
            <a:endParaRPr lang="es-PE" sz="800">
              <a:solidFill>
                <a:schemeClr val="tx1"/>
              </a:solidFill>
            </a:endParaRP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35AC6094-261F-8E8C-EA8E-E05C6DCA70FD}"/>
              </a:ext>
            </a:extLst>
          </p:cNvPr>
          <p:cNvSpPr/>
          <p:nvPr/>
        </p:nvSpPr>
        <p:spPr>
          <a:xfrm>
            <a:off x="2626791" y="4378111"/>
            <a:ext cx="774933" cy="23831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Passwordless / FIDO</a:t>
            </a:r>
            <a:endParaRPr lang="es-PE" sz="900">
              <a:solidFill>
                <a:schemeClr val="tx1"/>
              </a:solidFill>
            </a:endParaRPr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470D8CF0-8E02-9770-8B7D-6C1CB0CEDF7C}"/>
              </a:ext>
            </a:extLst>
          </p:cNvPr>
          <p:cNvSpPr/>
          <p:nvPr/>
        </p:nvSpPr>
        <p:spPr>
          <a:xfrm>
            <a:off x="1687170" y="4386377"/>
            <a:ext cx="469542" cy="215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CIAM</a:t>
            </a:r>
            <a:endParaRPr lang="es-PE" sz="1000">
              <a:solidFill>
                <a:schemeClr val="tx1"/>
              </a:solidFill>
            </a:endParaRPr>
          </a:p>
        </p:txBody>
      </p:sp>
      <p:pic>
        <p:nvPicPr>
          <p:cNvPr id="127" name="Imagen 126">
            <a:extLst>
              <a:ext uri="{FF2B5EF4-FFF2-40B4-BE49-F238E27FC236}">
                <a16:creationId xmlns:a16="http://schemas.microsoft.com/office/drawing/2014/main" id="{6D408079-7035-762D-81EF-58CE61E9D52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680917" y="4281576"/>
            <a:ext cx="329229" cy="15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9324E-4634-A39C-CAD3-23C7BE0F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Escenarios aplicables</a:t>
            </a:r>
          </a:p>
        </p:txBody>
      </p: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491BF8AB-60AF-F84B-46E5-D7FE57D870FA}"/>
              </a:ext>
            </a:extLst>
          </p:cNvPr>
          <p:cNvGrpSpPr/>
          <p:nvPr/>
        </p:nvGrpSpPr>
        <p:grpSpPr>
          <a:xfrm>
            <a:off x="543808" y="1987751"/>
            <a:ext cx="11104384" cy="1033797"/>
            <a:chOff x="543808" y="1987751"/>
            <a:chExt cx="11104384" cy="1033797"/>
          </a:xfrm>
        </p:grpSpPr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51EEA0DD-2B11-59EE-27FD-941A58790AF7}"/>
                </a:ext>
              </a:extLst>
            </p:cNvPr>
            <p:cNvGrpSpPr/>
            <p:nvPr/>
          </p:nvGrpSpPr>
          <p:grpSpPr>
            <a:xfrm>
              <a:off x="2385269" y="1987752"/>
              <a:ext cx="3960000" cy="288000"/>
              <a:chOff x="4116000" y="1987752"/>
              <a:chExt cx="3960000" cy="288000"/>
            </a:xfrm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73AF3E26-6A51-79CA-C828-6E3F33465EDE}"/>
                  </a:ext>
                </a:extLst>
              </p:cNvPr>
              <p:cNvSpPr/>
              <p:nvPr/>
            </p:nvSpPr>
            <p:spPr>
              <a:xfrm>
                <a:off x="4196320" y="2027812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/>
                  <a:t>WAAP</a:t>
                </a: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024F0977-C5C4-D8B8-7D40-CDF6C203A2B4}"/>
                  </a:ext>
                </a:extLst>
              </p:cNvPr>
              <p:cNvSpPr/>
              <p:nvPr/>
            </p:nvSpPr>
            <p:spPr>
              <a:xfrm>
                <a:off x="5185365" y="2027812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893A1213-7599-35A8-1849-69837D0B4BA7}"/>
                  </a:ext>
                </a:extLst>
              </p:cNvPr>
              <p:cNvSpPr/>
              <p:nvPr/>
            </p:nvSpPr>
            <p:spPr>
              <a:xfrm>
                <a:off x="6174410" y="2027812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050" dirty="0">
                    <a:solidFill>
                      <a:schemeClr val="tx1"/>
                    </a:solidFill>
                  </a:rPr>
                  <a:t>Control de contratos</a:t>
                </a:r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89505BED-F3FE-E7E2-212F-7C795460A2A5}"/>
                  </a:ext>
                </a:extLst>
              </p:cNvPr>
              <p:cNvSpPr/>
              <p:nvPr/>
            </p:nvSpPr>
            <p:spPr>
              <a:xfrm>
                <a:off x="7163455" y="2027812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5ACEF7C4-2562-B618-141A-8726488061BD}"/>
                  </a:ext>
                </a:extLst>
              </p:cNvPr>
              <p:cNvSpPr/>
              <p:nvPr/>
            </p:nvSpPr>
            <p:spPr>
              <a:xfrm>
                <a:off x="4116000" y="1987752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F6D9C9AC-3378-E31C-0B46-5FCBA2EF88D6}"/>
                </a:ext>
              </a:extLst>
            </p:cNvPr>
            <p:cNvSpPr/>
            <p:nvPr/>
          </p:nvSpPr>
          <p:spPr>
            <a:xfrm>
              <a:off x="543808" y="1987751"/>
              <a:ext cx="1260000" cy="103379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1400" dirty="0">
                  <a:solidFill>
                    <a:schemeClr val="tx1"/>
                  </a:solidFill>
                  <a:latin typeface="Calibri" panose="020F0502020204030204"/>
                </a:rPr>
                <a:t>Perimetral</a:t>
              </a:r>
              <a:endPara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2" name="Conector recto de flecha 91">
              <a:extLst>
                <a:ext uri="{FF2B5EF4-FFF2-40B4-BE49-F238E27FC236}">
                  <a16:creationId xmlns:a16="http://schemas.microsoft.com/office/drawing/2014/main" id="{176E7C6C-6372-17C8-7FE0-AA9C23C813BA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2131752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9" name="Rectángulo 128">
              <a:extLst>
                <a:ext uri="{FF2B5EF4-FFF2-40B4-BE49-F238E27FC236}">
                  <a16:creationId xmlns:a16="http://schemas.microsoft.com/office/drawing/2014/main" id="{C0D1B244-49D0-D9A7-356A-8F0338ABD3B5}"/>
                </a:ext>
              </a:extLst>
            </p:cNvPr>
            <p:cNvSpPr/>
            <p:nvPr/>
          </p:nvSpPr>
          <p:spPr>
            <a:xfrm>
              <a:off x="6926730" y="1987752"/>
              <a:ext cx="2880000" cy="66811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PE" sz="140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 cuando todos sus </a:t>
              </a:r>
              <a:r>
                <a:rPr kumimoji="0" lang="es-PE" sz="1400" b="0" i="0" u="none" strike="noStrike" kern="0" cap="none" spc="0" normalizeH="0" baseline="0" noProof="0" err="1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capabilities</a:t>
              </a:r>
              <a:r>
                <a:rPr kumimoji="0" lang="es-PE" sz="140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s-PE" sz="1400" kern="0">
                  <a:solidFill>
                    <a:srgbClr val="434343"/>
                  </a:solidFill>
                  <a:latin typeface="Fira Sans Extra Condensed Medium"/>
                  <a:sym typeface="Fira Sans Extra Condensed Medium"/>
                </a:rPr>
                <a:t>están </a:t>
              </a:r>
              <a:r>
                <a:rPr lang="es-PE" sz="1400" b="1" kern="0">
                  <a:solidFill>
                    <a:schemeClr val="bg1"/>
                  </a:solidFill>
                  <a:highlight>
                    <a:srgbClr val="008000"/>
                  </a:highlight>
                  <a:latin typeface="Fira Sans Extra Condensed Medium"/>
                  <a:sym typeface="Fira Sans Extra Condensed Medium"/>
                </a:rPr>
                <a:t>Cubiertos</a:t>
              </a:r>
              <a:r>
                <a:rPr lang="es-PE" sz="1400" kern="0">
                  <a:solidFill>
                    <a:srgbClr val="434343"/>
                  </a:solidFill>
                  <a:latin typeface="Fira Sans Extra Condensed Medium"/>
                  <a:sym typeface="Fira Sans Extra Condensed Medium"/>
                </a:rPr>
                <a:t> </a:t>
              </a:r>
              <a:r>
                <a:rPr lang="es-PE" sz="1400" kern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y/o </a:t>
              </a:r>
              <a:r>
                <a:rPr lang="es-PE" sz="1400" b="1" kern="0">
                  <a:solidFill>
                    <a:srgbClr val="434343"/>
                  </a:solidFill>
                  <a:highlight>
                    <a:srgbClr val="FFFF00"/>
                  </a:highlight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En Reemplazo</a:t>
              </a:r>
              <a:r>
                <a:rPr lang="es-PE" sz="1400" kern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.</a:t>
              </a:r>
              <a:endParaRPr kumimoji="0" lang="es-PE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2" name="Rectángulo 141">
              <a:extLst>
                <a:ext uri="{FF2B5EF4-FFF2-40B4-BE49-F238E27FC236}">
                  <a16:creationId xmlns:a16="http://schemas.microsoft.com/office/drawing/2014/main" id="{011E9257-4EFF-4808-E4A1-380851515525}"/>
                </a:ext>
              </a:extLst>
            </p:cNvPr>
            <p:cNvSpPr/>
            <p:nvPr/>
          </p:nvSpPr>
          <p:spPr>
            <a:xfrm>
              <a:off x="10388192" y="1987752"/>
              <a:ext cx="1260000" cy="288000"/>
            </a:xfrm>
            <a:prstGeom prst="rect">
              <a:avLst/>
            </a:prstGeom>
            <a:solidFill>
              <a:srgbClr val="00B05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CUBIERTO</a:t>
              </a:r>
              <a:endParaRPr kumimoji="0" lang="es-PE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4" name="Conector recto de flecha 153">
              <a:extLst>
                <a:ext uri="{FF2B5EF4-FFF2-40B4-BE49-F238E27FC236}">
                  <a16:creationId xmlns:a16="http://schemas.microsoft.com/office/drawing/2014/main" id="{A0602A9B-C887-84C5-48B8-751ABCDA40D6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2131752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Conector recto de flecha 165">
              <a:extLst>
                <a:ext uri="{FF2B5EF4-FFF2-40B4-BE49-F238E27FC236}">
                  <a16:creationId xmlns:a16="http://schemas.microsoft.com/office/drawing/2014/main" id="{00E684C1-ECC9-5595-3977-02A978692082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2131752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09BDFA8A-708D-AB7F-3974-15F1D77F655C}"/>
              </a:ext>
            </a:extLst>
          </p:cNvPr>
          <p:cNvGrpSpPr/>
          <p:nvPr/>
        </p:nvGrpSpPr>
        <p:grpSpPr>
          <a:xfrm>
            <a:off x="1803808" y="2363175"/>
            <a:ext cx="9844384" cy="288000"/>
            <a:chOff x="1803808" y="2363175"/>
            <a:chExt cx="9844384" cy="288000"/>
          </a:xfrm>
        </p:grpSpPr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318BEB7E-935A-900B-B56C-9F06B10CDCE8}"/>
                </a:ext>
              </a:extLst>
            </p:cNvPr>
            <p:cNvGrpSpPr/>
            <p:nvPr/>
          </p:nvGrpSpPr>
          <p:grpSpPr>
            <a:xfrm>
              <a:off x="2385269" y="2363175"/>
              <a:ext cx="3960000" cy="288000"/>
              <a:chOff x="4116000" y="2359028"/>
              <a:chExt cx="3960000" cy="288000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1129243A-7F83-D8CF-BFC2-D5C88A7C8ADC}"/>
                  </a:ext>
                </a:extLst>
              </p:cNvPr>
              <p:cNvSpPr/>
              <p:nvPr/>
            </p:nvSpPr>
            <p:spPr>
              <a:xfrm>
                <a:off x="4196320" y="2395028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6C78B92B-E4E6-5FFF-E6F1-FFF0BC592404}"/>
                  </a:ext>
                </a:extLst>
              </p:cNvPr>
              <p:cNvSpPr/>
              <p:nvPr/>
            </p:nvSpPr>
            <p:spPr>
              <a:xfrm>
                <a:off x="5185365" y="2395028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96F51F7B-0E2D-1040-B357-920D5B2E715F}"/>
                  </a:ext>
                </a:extLst>
              </p:cNvPr>
              <p:cNvSpPr/>
              <p:nvPr/>
            </p:nvSpPr>
            <p:spPr>
              <a:xfrm>
                <a:off x="6174410" y="2395028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81BCAB09-047C-616D-8DBF-662EF3F72555}"/>
                  </a:ext>
                </a:extLst>
              </p:cNvPr>
              <p:cNvSpPr/>
              <p:nvPr/>
            </p:nvSpPr>
            <p:spPr>
              <a:xfrm>
                <a:off x="7163455" y="2395028"/>
                <a:ext cx="828000" cy="21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4158926A-B6A5-8058-5FC3-1AA6EB8E6987}"/>
                  </a:ext>
                </a:extLst>
              </p:cNvPr>
              <p:cNvSpPr/>
              <p:nvPr/>
            </p:nvSpPr>
            <p:spPr>
              <a:xfrm>
                <a:off x="4116000" y="2359028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cxnSp>
          <p:nvCxnSpPr>
            <p:cNvPr id="96" name="Conector recto de flecha 95">
              <a:extLst>
                <a:ext uri="{FF2B5EF4-FFF2-40B4-BE49-F238E27FC236}">
                  <a16:creationId xmlns:a16="http://schemas.microsoft.com/office/drawing/2014/main" id="{BEB4FDE8-2A9F-5A3D-EE21-2E24C7EBBE31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2507175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08B2A0D1-E506-B5AE-1B8B-7C4C315621A2}"/>
                </a:ext>
              </a:extLst>
            </p:cNvPr>
            <p:cNvSpPr/>
            <p:nvPr/>
          </p:nvSpPr>
          <p:spPr>
            <a:xfrm>
              <a:off x="10388192" y="2363175"/>
              <a:ext cx="1260000" cy="288000"/>
            </a:xfrm>
            <a:prstGeom prst="rect">
              <a:avLst/>
            </a:prstGeom>
            <a:solidFill>
              <a:srgbClr val="00B05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CUBIERTO</a:t>
              </a:r>
              <a:endPara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5" name="Conector recto de flecha 154">
              <a:extLst>
                <a:ext uri="{FF2B5EF4-FFF2-40B4-BE49-F238E27FC236}">
                  <a16:creationId xmlns:a16="http://schemas.microsoft.com/office/drawing/2014/main" id="{AB25A820-68E8-54CB-383A-BEA2DE7456CA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2507175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Conector recto de flecha 166">
              <a:extLst>
                <a:ext uri="{FF2B5EF4-FFF2-40B4-BE49-F238E27FC236}">
                  <a16:creationId xmlns:a16="http://schemas.microsoft.com/office/drawing/2014/main" id="{867130DA-6A0E-3591-EDD8-01EA4395CA51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2507175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0120DE8F-2442-DAC1-0B97-33742C0BA9A9}"/>
              </a:ext>
            </a:extLst>
          </p:cNvPr>
          <p:cNvGrpSpPr/>
          <p:nvPr/>
        </p:nvGrpSpPr>
        <p:grpSpPr>
          <a:xfrm>
            <a:off x="543808" y="3093224"/>
            <a:ext cx="11104384" cy="288000"/>
            <a:chOff x="543808" y="3093224"/>
            <a:chExt cx="11104384" cy="288000"/>
          </a:xfrm>
        </p:grpSpPr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43378066-484E-D4B4-0453-6E4EF3E60870}"/>
                </a:ext>
              </a:extLst>
            </p:cNvPr>
            <p:cNvGrpSpPr/>
            <p:nvPr/>
          </p:nvGrpSpPr>
          <p:grpSpPr>
            <a:xfrm>
              <a:off x="2385269" y="3093224"/>
              <a:ext cx="3960000" cy="288000"/>
              <a:chOff x="4116000" y="3097136"/>
              <a:chExt cx="3960000" cy="288000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39C7A6B8-2E2F-161B-467D-25C075D5A892}"/>
                  </a:ext>
                </a:extLst>
              </p:cNvPr>
              <p:cNvSpPr/>
              <p:nvPr/>
            </p:nvSpPr>
            <p:spPr>
              <a:xfrm>
                <a:off x="4196320" y="3129460"/>
                <a:ext cx="828000" cy="21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SCA</a:t>
                </a:r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9FF3303A-D12F-C664-201F-D3F702F15026}"/>
                  </a:ext>
                </a:extLst>
              </p:cNvPr>
              <p:cNvSpPr/>
              <p:nvPr/>
            </p:nvSpPr>
            <p:spPr>
              <a:xfrm>
                <a:off x="5185365" y="3129460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SAST</a:t>
                </a:r>
              </a:p>
            </p:txBody>
          </p: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92B2C076-4623-27DD-BF84-B35FA1C12410}"/>
                  </a:ext>
                </a:extLst>
              </p:cNvPr>
              <p:cNvSpPr/>
              <p:nvPr/>
            </p:nvSpPr>
            <p:spPr>
              <a:xfrm>
                <a:off x="6174410" y="3129460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2EDB64FC-9D57-F01D-B5B5-9E7D6CFF6F37}"/>
                  </a:ext>
                </a:extLst>
              </p:cNvPr>
              <p:cNvSpPr/>
              <p:nvPr/>
            </p:nvSpPr>
            <p:spPr>
              <a:xfrm>
                <a:off x="7163455" y="3129460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3A430A71-CC87-F16F-56AC-640B48BECCF6}"/>
                  </a:ext>
                </a:extLst>
              </p:cNvPr>
              <p:cNvSpPr/>
              <p:nvPr/>
            </p:nvSpPr>
            <p:spPr>
              <a:xfrm>
                <a:off x="4116000" y="3097136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73DA4474-D9F5-B8FA-8769-3294C0C7B3BC}"/>
                </a:ext>
              </a:extLst>
            </p:cNvPr>
            <p:cNvSpPr/>
            <p:nvPr/>
          </p:nvSpPr>
          <p:spPr>
            <a:xfrm>
              <a:off x="543808" y="3093224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SDLC</a:t>
              </a:r>
              <a:endPara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0" name="Conector recto de flecha 99">
              <a:extLst>
                <a:ext uri="{FF2B5EF4-FFF2-40B4-BE49-F238E27FC236}">
                  <a16:creationId xmlns:a16="http://schemas.microsoft.com/office/drawing/2014/main" id="{86E1F6F6-D05C-48EC-5C99-6B9632383EB1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3237224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Rectángulo 144">
              <a:extLst>
                <a:ext uri="{FF2B5EF4-FFF2-40B4-BE49-F238E27FC236}">
                  <a16:creationId xmlns:a16="http://schemas.microsoft.com/office/drawing/2014/main" id="{ACAA9B91-6FC6-F698-4CF4-F8885341ADB1}"/>
                </a:ext>
              </a:extLst>
            </p:cNvPr>
            <p:cNvSpPr/>
            <p:nvPr/>
          </p:nvSpPr>
          <p:spPr>
            <a:xfrm>
              <a:off x="10388192" y="3093224"/>
              <a:ext cx="1260000" cy="288000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50" b="1">
                  <a:solidFill>
                    <a:sysClr val="windowText" lastClr="000000"/>
                  </a:solidFill>
                  <a:latin typeface="Calibri" panose="020F0502020204030204"/>
                </a:rPr>
                <a:t>PARCIALMENTE CUBIERTO</a:t>
              </a:r>
            </a:p>
          </p:txBody>
        </p:sp>
        <p:cxnSp>
          <p:nvCxnSpPr>
            <p:cNvPr id="157" name="Conector recto de flecha 156">
              <a:extLst>
                <a:ext uri="{FF2B5EF4-FFF2-40B4-BE49-F238E27FC236}">
                  <a16:creationId xmlns:a16="http://schemas.microsoft.com/office/drawing/2014/main" id="{69CEFA05-1AC6-05BC-0EA0-B62DD75194EB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3237224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Conector recto de flecha 168">
              <a:extLst>
                <a:ext uri="{FF2B5EF4-FFF2-40B4-BE49-F238E27FC236}">
                  <a16:creationId xmlns:a16="http://schemas.microsoft.com/office/drawing/2014/main" id="{554BD02D-5CF1-ECFE-23BF-389227B2AEEB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3237224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9" name="Grupo 238">
            <a:extLst>
              <a:ext uri="{FF2B5EF4-FFF2-40B4-BE49-F238E27FC236}">
                <a16:creationId xmlns:a16="http://schemas.microsoft.com/office/drawing/2014/main" id="{21DACEDA-0C8E-2721-FB9B-0826A23CE746}"/>
              </a:ext>
            </a:extLst>
          </p:cNvPr>
          <p:cNvGrpSpPr/>
          <p:nvPr/>
        </p:nvGrpSpPr>
        <p:grpSpPr>
          <a:xfrm>
            <a:off x="543808" y="3459765"/>
            <a:ext cx="11104384" cy="288000"/>
            <a:chOff x="543808" y="3459765"/>
            <a:chExt cx="11104384" cy="288000"/>
          </a:xfrm>
        </p:grpSpPr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9AC0F606-AC9C-9322-8ADA-9C283880C264}"/>
                </a:ext>
              </a:extLst>
            </p:cNvPr>
            <p:cNvGrpSpPr/>
            <p:nvPr/>
          </p:nvGrpSpPr>
          <p:grpSpPr>
            <a:xfrm>
              <a:off x="2385269" y="3459765"/>
              <a:ext cx="3960000" cy="288000"/>
              <a:chOff x="4116000" y="3456616"/>
              <a:chExt cx="3960000" cy="288000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0FB43999-BFCF-A86F-4DA6-78DF0CDB77AC}"/>
                  </a:ext>
                </a:extLst>
              </p:cNvPr>
              <p:cNvSpPr/>
              <p:nvPr/>
            </p:nvSpPr>
            <p:spPr>
              <a:xfrm>
                <a:off x="4196320" y="3496676"/>
                <a:ext cx="828000" cy="21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285B87A7-9D34-33FC-DC3A-98A9E5C446BB}"/>
                  </a:ext>
                </a:extLst>
              </p:cNvPr>
              <p:cNvSpPr/>
              <p:nvPr/>
            </p:nvSpPr>
            <p:spPr>
              <a:xfrm>
                <a:off x="5185365" y="3496676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/>
                  <a:t>DAST</a:t>
                </a:r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00BEF97-BFD3-8520-1875-6DDA9AE3A351}"/>
                  </a:ext>
                </a:extLst>
              </p:cNvPr>
              <p:cNvSpPr/>
              <p:nvPr/>
            </p:nvSpPr>
            <p:spPr>
              <a:xfrm>
                <a:off x="6174410" y="3496676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54AB9F4-5FDD-0711-49E7-B19E4CCD4868}"/>
                  </a:ext>
                </a:extLst>
              </p:cNvPr>
              <p:cNvSpPr/>
              <p:nvPr/>
            </p:nvSpPr>
            <p:spPr>
              <a:xfrm>
                <a:off x="7163455" y="3496676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C5DD1E80-F9B2-7E11-10EB-16C798AFE9C4}"/>
                  </a:ext>
                </a:extLst>
              </p:cNvPr>
              <p:cNvSpPr/>
              <p:nvPr/>
            </p:nvSpPr>
            <p:spPr>
              <a:xfrm>
                <a:off x="4116000" y="3456616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887B679-8E2D-227B-D17A-E40DCE27D9C3}"/>
                </a:ext>
              </a:extLst>
            </p:cNvPr>
            <p:cNvSpPr/>
            <p:nvPr/>
          </p:nvSpPr>
          <p:spPr>
            <a:xfrm>
              <a:off x="543808" y="3459765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5" name="Conector recto de flecha 104">
              <a:extLst>
                <a:ext uri="{FF2B5EF4-FFF2-40B4-BE49-F238E27FC236}">
                  <a16:creationId xmlns:a16="http://schemas.microsoft.com/office/drawing/2014/main" id="{67067425-4D0C-7746-F6A0-DB9D482DFCB0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3603765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6" name="Rectángulo 145">
              <a:extLst>
                <a:ext uri="{FF2B5EF4-FFF2-40B4-BE49-F238E27FC236}">
                  <a16:creationId xmlns:a16="http://schemas.microsoft.com/office/drawing/2014/main" id="{98F177B5-69EF-3761-308C-C84475E3E703}"/>
                </a:ext>
              </a:extLst>
            </p:cNvPr>
            <p:cNvSpPr/>
            <p:nvPr/>
          </p:nvSpPr>
          <p:spPr>
            <a:xfrm>
              <a:off x="10388192" y="3459765"/>
              <a:ext cx="1260000" cy="288000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50" b="1">
                  <a:solidFill>
                    <a:sysClr val="windowText" lastClr="000000"/>
                  </a:solidFill>
                  <a:latin typeface="Calibri" panose="020F0502020204030204"/>
                </a:rPr>
                <a:t>PARCIALMENTE CUBIERTO</a:t>
              </a:r>
            </a:p>
          </p:txBody>
        </p:sp>
        <p:cxnSp>
          <p:nvCxnSpPr>
            <p:cNvPr id="158" name="Conector recto de flecha 157">
              <a:extLst>
                <a:ext uri="{FF2B5EF4-FFF2-40B4-BE49-F238E27FC236}">
                  <a16:creationId xmlns:a16="http://schemas.microsoft.com/office/drawing/2014/main" id="{71DB432B-75D4-AD0B-5519-D6F4E46D8848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3603765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Conector recto de flecha 169">
              <a:extLst>
                <a:ext uri="{FF2B5EF4-FFF2-40B4-BE49-F238E27FC236}">
                  <a16:creationId xmlns:a16="http://schemas.microsoft.com/office/drawing/2014/main" id="{10FAAD1E-A5C3-ECD0-A8B2-8302359AFA5D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3603765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51ACBFD3-0429-656F-B6E7-86213C172972}"/>
              </a:ext>
            </a:extLst>
          </p:cNvPr>
          <p:cNvGrpSpPr/>
          <p:nvPr/>
        </p:nvGrpSpPr>
        <p:grpSpPr>
          <a:xfrm>
            <a:off x="543808" y="3827848"/>
            <a:ext cx="11104384" cy="288000"/>
            <a:chOff x="543808" y="3827848"/>
            <a:chExt cx="11104384" cy="288000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2E196401-15C7-3D56-296A-AEE13E0A90AE}"/>
                </a:ext>
              </a:extLst>
            </p:cNvPr>
            <p:cNvGrpSpPr/>
            <p:nvPr/>
          </p:nvGrpSpPr>
          <p:grpSpPr>
            <a:xfrm>
              <a:off x="2385269" y="3827848"/>
              <a:ext cx="3960000" cy="288000"/>
              <a:chOff x="4116000" y="3827892"/>
              <a:chExt cx="3960000" cy="288000"/>
            </a:xfrm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D7314684-31D7-8725-A508-65DAFBD34C63}"/>
                  </a:ext>
                </a:extLst>
              </p:cNvPr>
              <p:cNvSpPr/>
              <p:nvPr/>
            </p:nvSpPr>
            <p:spPr>
              <a:xfrm>
                <a:off x="4196320" y="3863892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38175FA1-56B0-3A87-3573-B699AC7C0620}"/>
                  </a:ext>
                </a:extLst>
              </p:cNvPr>
              <p:cNvSpPr/>
              <p:nvPr/>
            </p:nvSpPr>
            <p:spPr>
              <a:xfrm>
                <a:off x="5185365" y="3863892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D1F4ADE1-AB2A-82B5-6901-59FE9D764423}"/>
                  </a:ext>
                </a:extLst>
              </p:cNvPr>
              <p:cNvSpPr/>
              <p:nvPr/>
            </p:nvSpPr>
            <p:spPr>
              <a:xfrm>
                <a:off x="6174410" y="3863892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1FB1BA17-040A-E874-3475-FCF063EE85EC}"/>
                  </a:ext>
                </a:extLst>
              </p:cNvPr>
              <p:cNvSpPr/>
              <p:nvPr/>
            </p:nvSpPr>
            <p:spPr>
              <a:xfrm>
                <a:off x="7163455" y="386389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1" name="Rectángulo 60">
                <a:extLst>
                  <a:ext uri="{FF2B5EF4-FFF2-40B4-BE49-F238E27FC236}">
                    <a16:creationId xmlns:a16="http://schemas.microsoft.com/office/drawing/2014/main" id="{F4E49EA1-E18F-A704-AADB-2226B9B91930}"/>
                  </a:ext>
                </a:extLst>
              </p:cNvPr>
              <p:cNvSpPr/>
              <p:nvPr/>
            </p:nvSpPr>
            <p:spPr>
              <a:xfrm>
                <a:off x="4116000" y="3827892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63671F63-5D5F-772B-C394-C4ABB98CCB10}"/>
                </a:ext>
              </a:extLst>
            </p:cNvPr>
            <p:cNvSpPr/>
            <p:nvPr/>
          </p:nvSpPr>
          <p:spPr>
            <a:xfrm>
              <a:off x="543808" y="3827848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6" name="Conector recto de flecha 105">
              <a:extLst>
                <a:ext uri="{FF2B5EF4-FFF2-40B4-BE49-F238E27FC236}">
                  <a16:creationId xmlns:a16="http://schemas.microsoft.com/office/drawing/2014/main" id="{16FF58DB-1234-BD61-88A6-4F44CB1AEEC9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3971848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DD1549BD-C333-9E72-68EF-1163EE27B118}"/>
                </a:ext>
              </a:extLst>
            </p:cNvPr>
            <p:cNvSpPr/>
            <p:nvPr/>
          </p:nvSpPr>
          <p:spPr>
            <a:xfrm>
              <a:off x="10388192" y="3827848"/>
              <a:ext cx="1260000" cy="288000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50" b="1">
                  <a:solidFill>
                    <a:sysClr val="windowText" lastClr="000000"/>
                  </a:solidFill>
                  <a:latin typeface="Calibri" panose="020F0502020204030204"/>
                </a:rPr>
                <a:t>PARCIALMENTE CUBIERTO</a:t>
              </a:r>
            </a:p>
          </p:txBody>
        </p:sp>
        <p:cxnSp>
          <p:nvCxnSpPr>
            <p:cNvPr id="159" name="Conector recto de flecha 158">
              <a:extLst>
                <a:ext uri="{FF2B5EF4-FFF2-40B4-BE49-F238E27FC236}">
                  <a16:creationId xmlns:a16="http://schemas.microsoft.com/office/drawing/2014/main" id="{090977E2-11F4-A3E8-7D16-BAD1FE59C2DF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3971848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Conector recto de flecha 170">
              <a:extLst>
                <a:ext uri="{FF2B5EF4-FFF2-40B4-BE49-F238E27FC236}">
                  <a16:creationId xmlns:a16="http://schemas.microsoft.com/office/drawing/2014/main" id="{9CE882EE-3AF4-FF5D-2DBA-4DA87A5726E9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3971848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BDB3628A-9494-FCA7-50AF-2B2872D2F834}"/>
              </a:ext>
            </a:extLst>
          </p:cNvPr>
          <p:cNvGrpSpPr/>
          <p:nvPr/>
        </p:nvGrpSpPr>
        <p:grpSpPr>
          <a:xfrm>
            <a:off x="543808" y="4195021"/>
            <a:ext cx="11104384" cy="288000"/>
            <a:chOff x="543808" y="4195021"/>
            <a:chExt cx="11104384" cy="288000"/>
          </a:xfrm>
        </p:grpSpPr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F3392337-6DBF-190B-546D-2014EB9239D4}"/>
                </a:ext>
              </a:extLst>
            </p:cNvPr>
            <p:cNvGrpSpPr/>
            <p:nvPr/>
          </p:nvGrpSpPr>
          <p:grpSpPr>
            <a:xfrm>
              <a:off x="2385269" y="4195021"/>
              <a:ext cx="3960000" cy="288000"/>
              <a:chOff x="4116000" y="4199168"/>
              <a:chExt cx="3960000" cy="288000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39B69E00-599E-B9F7-A506-6A64BA733FC3}"/>
                  </a:ext>
                </a:extLst>
              </p:cNvPr>
              <p:cNvSpPr/>
              <p:nvPr/>
            </p:nvSpPr>
            <p:spPr>
              <a:xfrm>
                <a:off x="4196320" y="4231108"/>
                <a:ext cx="828000" cy="216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50F6FCDF-34AB-125E-4A78-37A399698460}"/>
                  </a:ext>
                </a:extLst>
              </p:cNvPr>
              <p:cNvSpPr/>
              <p:nvPr/>
            </p:nvSpPr>
            <p:spPr>
              <a:xfrm>
                <a:off x="5185365" y="4231108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A0935F32-C7C2-4DD2-7441-296DACB03005}"/>
                  </a:ext>
                </a:extLst>
              </p:cNvPr>
              <p:cNvSpPr/>
              <p:nvPr/>
            </p:nvSpPr>
            <p:spPr>
              <a:xfrm>
                <a:off x="6174410" y="4231108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6126ACEB-EEF0-109F-52F6-FF7381A80D36}"/>
                  </a:ext>
                </a:extLst>
              </p:cNvPr>
              <p:cNvSpPr/>
              <p:nvPr/>
            </p:nvSpPr>
            <p:spPr>
              <a:xfrm>
                <a:off x="7163455" y="4231108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7A412777-F33C-6F7F-E610-18E9BD02F086}"/>
                  </a:ext>
                </a:extLst>
              </p:cNvPr>
              <p:cNvSpPr/>
              <p:nvPr/>
            </p:nvSpPr>
            <p:spPr>
              <a:xfrm>
                <a:off x="4116000" y="4199168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EE6B3655-9DEE-4898-1138-47D59645437D}"/>
                </a:ext>
              </a:extLst>
            </p:cNvPr>
            <p:cNvSpPr/>
            <p:nvPr/>
          </p:nvSpPr>
          <p:spPr>
            <a:xfrm>
              <a:off x="543808" y="4195021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7" name="Conector recto de flecha 106">
              <a:extLst>
                <a:ext uri="{FF2B5EF4-FFF2-40B4-BE49-F238E27FC236}">
                  <a16:creationId xmlns:a16="http://schemas.microsoft.com/office/drawing/2014/main" id="{4C1EB203-C7A8-FACB-07EA-28DF1C4DCAF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4339021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71F4C351-2879-3197-FA37-C8B1221BB80F}"/>
                </a:ext>
              </a:extLst>
            </p:cNvPr>
            <p:cNvSpPr/>
            <p:nvPr/>
          </p:nvSpPr>
          <p:spPr>
            <a:xfrm>
              <a:off x="10388192" y="4195021"/>
              <a:ext cx="1260000" cy="288000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50" b="1">
                  <a:solidFill>
                    <a:sysClr val="windowText" lastClr="000000"/>
                  </a:solidFill>
                  <a:latin typeface="Calibri" panose="020F0502020204030204"/>
                </a:rPr>
                <a:t>PARCIALMENTE CUBIERTO</a:t>
              </a:r>
            </a:p>
          </p:txBody>
        </p:sp>
        <p:cxnSp>
          <p:nvCxnSpPr>
            <p:cNvPr id="160" name="Conector recto de flecha 159">
              <a:extLst>
                <a:ext uri="{FF2B5EF4-FFF2-40B4-BE49-F238E27FC236}">
                  <a16:creationId xmlns:a16="http://schemas.microsoft.com/office/drawing/2014/main" id="{7D3F85EE-7EB8-3B02-3A51-DC152764C7CE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4339021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Conector recto de flecha 171">
              <a:extLst>
                <a:ext uri="{FF2B5EF4-FFF2-40B4-BE49-F238E27FC236}">
                  <a16:creationId xmlns:a16="http://schemas.microsoft.com/office/drawing/2014/main" id="{A1EDDCDD-0FEE-9F2D-52EE-D4E31436C0E7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4339021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3" name="Grupo 242">
            <a:extLst>
              <a:ext uri="{FF2B5EF4-FFF2-40B4-BE49-F238E27FC236}">
                <a16:creationId xmlns:a16="http://schemas.microsoft.com/office/drawing/2014/main" id="{7ACF02DE-871A-16C5-F0D4-DFD6C8F92430}"/>
              </a:ext>
            </a:extLst>
          </p:cNvPr>
          <p:cNvGrpSpPr/>
          <p:nvPr/>
        </p:nvGrpSpPr>
        <p:grpSpPr>
          <a:xfrm>
            <a:off x="543808" y="4563400"/>
            <a:ext cx="11104384" cy="288000"/>
            <a:chOff x="543808" y="4563400"/>
            <a:chExt cx="11104384" cy="288000"/>
          </a:xfrm>
        </p:grpSpPr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70E00493-67EF-3103-01FC-A1C5DF2D99B3}"/>
                </a:ext>
              </a:extLst>
            </p:cNvPr>
            <p:cNvGrpSpPr/>
            <p:nvPr/>
          </p:nvGrpSpPr>
          <p:grpSpPr>
            <a:xfrm>
              <a:off x="2385269" y="4563400"/>
              <a:ext cx="3960000" cy="288000"/>
              <a:chOff x="4116000" y="4562324"/>
              <a:chExt cx="3960000" cy="288000"/>
            </a:xfrm>
          </p:grpSpPr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41D3C42A-816E-DC1C-7BF7-2A30E74A9002}"/>
                  </a:ext>
                </a:extLst>
              </p:cNvPr>
              <p:cNvSpPr/>
              <p:nvPr/>
            </p:nvSpPr>
            <p:spPr>
              <a:xfrm>
                <a:off x="4196320" y="4598324"/>
                <a:ext cx="828000" cy="21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4FBE13BE-BDA7-435D-324E-6979021A16B1}"/>
                  </a:ext>
                </a:extLst>
              </p:cNvPr>
              <p:cNvSpPr/>
              <p:nvPr/>
            </p:nvSpPr>
            <p:spPr>
              <a:xfrm>
                <a:off x="5185365" y="4598324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71E82772-8E58-7FD4-5822-5A0335C8ED6E}"/>
                  </a:ext>
                </a:extLst>
              </p:cNvPr>
              <p:cNvSpPr/>
              <p:nvPr/>
            </p:nvSpPr>
            <p:spPr>
              <a:xfrm>
                <a:off x="6174410" y="4598324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7176D564-5267-E04C-7C42-6A6AA673A604}"/>
                  </a:ext>
                </a:extLst>
              </p:cNvPr>
              <p:cNvSpPr/>
              <p:nvPr/>
            </p:nvSpPr>
            <p:spPr>
              <a:xfrm>
                <a:off x="7163455" y="4598324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3" name="Rectángulo 62">
                <a:extLst>
                  <a:ext uri="{FF2B5EF4-FFF2-40B4-BE49-F238E27FC236}">
                    <a16:creationId xmlns:a16="http://schemas.microsoft.com/office/drawing/2014/main" id="{2C54DB9D-69A9-CDB7-D545-F56645AE1B64}"/>
                  </a:ext>
                </a:extLst>
              </p:cNvPr>
              <p:cNvSpPr/>
              <p:nvPr/>
            </p:nvSpPr>
            <p:spPr>
              <a:xfrm>
                <a:off x="4116000" y="4562324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18F85365-DDD5-0EBF-BF68-E1A8EFCF423F}"/>
                </a:ext>
              </a:extLst>
            </p:cNvPr>
            <p:cNvSpPr/>
            <p:nvPr/>
          </p:nvSpPr>
          <p:spPr>
            <a:xfrm>
              <a:off x="543808" y="4563400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8" name="Conector recto de flecha 107">
              <a:extLst>
                <a:ext uri="{FF2B5EF4-FFF2-40B4-BE49-F238E27FC236}">
                  <a16:creationId xmlns:a16="http://schemas.microsoft.com/office/drawing/2014/main" id="{A8602BCE-6CDA-F220-1B84-312E62033E69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4707400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9" name="Rectángulo 148">
              <a:extLst>
                <a:ext uri="{FF2B5EF4-FFF2-40B4-BE49-F238E27FC236}">
                  <a16:creationId xmlns:a16="http://schemas.microsoft.com/office/drawing/2014/main" id="{7CE0E22E-E8D9-30CC-9986-C5AFF4753596}"/>
                </a:ext>
              </a:extLst>
            </p:cNvPr>
            <p:cNvSpPr/>
            <p:nvPr/>
          </p:nvSpPr>
          <p:spPr>
            <a:xfrm>
              <a:off x="10388192" y="4563400"/>
              <a:ext cx="1260000" cy="288000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50" b="1">
                  <a:solidFill>
                    <a:sysClr val="windowText" lastClr="000000"/>
                  </a:solidFill>
                  <a:latin typeface="Calibri" panose="020F0502020204030204"/>
                </a:rPr>
                <a:t>PARCIALMENTE CUBIERTO</a:t>
              </a:r>
            </a:p>
          </p:txBody>
        </p:sp>
        <p:cxnSp>
          <p:nvCxnSpPr>
            <p:cNvPr id="161" name="Conector recto de flecha 160">
              <a:extLst>
                <a:ext uri="{FF2B5EF4-FFF2-40B4-BE49-F238E27FC236}">
                  <a16:creationId xmlns:a16="http://schemas.microsoft.com/office/drawing/2014/main" id="{AC84E6B7-DA87-3CA3-5089-322C6402D5DC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4707400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Conector recto de flecha 172">
              <a:extLst>
                <a:ext uri="{FF2B5EF4-FFF2-40B4-BE49-F238E27FC236}">
                  <a16:creationId xmlns:a16="http://schemas.microsoft.com/office/drawing/2014/main" id="{2B85B867-F010-E979-D737-9FDDBFFA9759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4707400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Grupo 243">
            <a:extLst>
              <a:ext uri="{FF2B5EF4-FFF2-40B4-BE49-F238E27FC236}">
                <a16:creationId xmlns:a16="http://schemas.microsoft.com/office/drawing/2014/main" id="{13DCC8E0-76B6-0FDC-B039-F2ABA05EA6D0}"/>
              </a:ext>
            </a:extLst>
          </p:cNvPr>
          <p:cNvGrpSpPr/>
          <p:nvPr/>
        </p:nvGrpSpPr>
        <p:grpSpPr>
          <a:xfrm>
            <a:off x="543808" y="4929453"/>
            <a:ext cx="11104384" cy="288000"/>
            <a:chOff x="543808" y="4929453"/>
            <a:chExt cx="11104384" cy="288000"/>
          </a:xfrm>
        </p:grpSpPr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EBB035B2-1640-B743-A0FD-8511F317591C}"/>
                </a:ext>
              </a:extLst>
            </p:cNvPr>
            <p:cNvGrpSpPr/>
            <p:nvPr/>
          </p:nvGrpSpPr>
          <p:grpSpPr>
            <a:xfrm>
              <a:off x="2385269" y="4929453"/>
              <a:ext cx="3960000" cy="288000"/>
              <a:chOff x="4116000" y="4929540"/>
              <a:chExt cx="3960000" cy="288000"/>
            </a:xfrm>
          </p:grpSpPr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44DF0BC9-B93A-F793-FB29-78F0D9FB184E}"/>
                  </a:ext>
                </a:extLst>
              </p:cNvPr>
              <p:cNvSpPr/>
              <p:nvPr/>
            </p:nvSpPr>
            <p:spPr>
              <a:xfrm>
                <a:off x="4196320" y="4965540"/>
                <a:ext cx="828000" cy="21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325BF3A8-7B44-4C65-917D-079562274560}"/>
                  </a:ext>
                </a:extLst>
              </p:cNvPr>
              <p:cNvSpPr/>
              <p:nvPr/>
            </p:nvSpPr>
            <p:spPr>
              <a:xfrm>
                <a:off x="5185365" y="4965540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0FE7DF47-2930-2E1E-026F-79880F562AE8}"/>
                  </a:ext>
                </a:extLst>
              </p:cNvPr>
              <p:cNvSpPr/>
              <p:nvPr/>
            </p:nvSpPr>
            <p:spPr>
              <a:xfrm>
                <a:off x="6174410" y="4965540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6DB09933-D725-1489-2379-05FFDFB1594E}"/>
                  </a:ext>
                </a:extLst>
              </p:cNvPr>
              <p:cNvSpPr/>
              <p:nvPr/>
            </p:nvSpPr>
            <p:spPr>
              <a:xfrm>
                <a:off x="7163455" y="4965540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4" name="Rectángulo 63">
                <a:extLst>
                  <a:ext uri="{FF2B5EF4-FFF2-40B4-BE49-F238E27FC236}">
                    <a16:creationId xmlns:a16="http://schemas.microsoft.com/office/drawing/2014/main" id="{FAE79F10-7C06-6DA6-3F51-561AD22749A4}"/>
                  </a:ext>
                </a:extLst>
              </p:cNvPr>
              <p:cNvSpPr/>
              <p:nvPr/>
            </p:nvSpPr>
            <p:spPr>
              <a:xfrm>
                <a:off x="4116000" y="4929540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7D9F1F26-E4BA-6816-1754-9B08644C897A}"/>
                </a:ext>
              </a:extLst>
            </p:cNvPr>
            <p:cNvSpPr/>
            <p:nvPr/>
          </p:nvSpPr>
          <p:spPr>
            <a:xfrm>
              <a:off x="543808" y="4929453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9" name="Conector recto de flecha 108">
              <a:extLst>
                <a:ext uri="{FF2B5EF4-FFF2-40B4-BE49-F238E27FC236}">
                  <a16:creationId xmlns:a16="http://schemas.microsoft.com/office/drawing/2014/main" id="{27416AC3-3582-EF8E-E490-C2F554608826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5073453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Rectángulo 149">
              <a:extLst>
                <a:ext uri="{FF2B5EF4-FFF2-40B4-BE49-F238E27FC236}">
                  <a16:creationId xmlns:a16="http://schemas.microsoft.com/office/drawing/2014/main" id="{28624F05-780C-3044-DF05-4D73CCC6077B}"/>
                </a:ext>
              </a:extLst>
            </p:cNvPr>
            <p:cNvSpPr/>
            <p:nvPr/>
          </p:nvSpPr>
          <p:spPr>
            <a:xfrm>
              <a:off x="10388192" y="4929453"/>
              <a:ext cx="1260000" cy="288000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50" b="1">
                  <a:solidFill>
                    <a:sysClr val="windowText" lastClr="000000"/>
                  </a:solidFill>
                  <a:latin typeface="Calibri" panose="020F0502020204030204"/>
                </a:rPr>
                <a:t>PARCIALMENTE CUBIERTO</a:t>
              </a:r>
            </a:p>
          </p:txBody>
        </p:sp>
        <p:cxnSp>
          <p:nvCxnSpPr>
            <p:cNvPr id="162" name="Conector recto de flecha 161">
              <a:extLst>
                <a:ext uri="{FF2B5EF4-FFF2-40B4-BE49-F238E27FC236}">
                  <a16:creationId xmlns:a16="http://schemas.microsoft.com/office/drawing/2014/main" id="{094719CF-90DC-D436-7F28-5068CBCF3394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5073453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Conector recto de flecha 173">
              <a:extLst>
                <a:ext uri="{FF2B5EF4-FFF2-40B4-BE49-F238E27FC236}">
                  <a16:creationId xmlns:a16="http://schemas.microsoft.com/office/drawing/2014/main" id="{B8A982CE-9C49-42FB-A1FD-CC367ADAB422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5073453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5" name="Grupo 244">
            <a:extLst>
              <a:ext uri="{FF2B5EF4-FFF2-40B4-BE49-F238E27FC236}">
                <a16:creationId xmlns:a16="http://schemas.microsoft.com/office/drawing/2014/main" id="{3E5481D1-73F0-A73D-874A-E0733F0D49D6}"/>
              </a:ext>
            </a:extLst>
          </p:cNvPr>
          <p:cNvGrpSpPr/>
          <p:nvPr/>
        </p:nvGrpSpPr>
        <p:grpSpPr>
          <a:xfrm>
            <a:off x="543808" y="5295485"/>
            <a:ext cx="11104384" cy="659947"/>
            <a:chOff x="543808" y="5295485"/>
            <a:chExt cx="11104384" cy="659947"/>
          </a:xfrm>
        </p:grpSpPr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7FBAAB59-80D6-E6C4-81D1-9B866C1D95E1}"/>
                </a:ext>
              </a:extLst>
            </p:cNvPr>
            <p:cNvGrpSpPr/>
            <p:nvPr/>
          </p:nvGrpSpPr>
          <p:grpSpPr>
            <a:xfrm>
              <a:off x="2385269" y="5295486"/>
              <a:ext cx="3960000" cy="288000"/>
              <a:chOff x="4116000" y="5298406"/>
              <a:chExt cx="3960000" cy="288000"/>
            </a:xfrm>
          </p:grpSpPr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2A51EA7D-A81C-AB75-41F1-64A8E8C2EF7D}"/>
                  </a:ext>
                </a:extLst>
              </p:cNvPr>
              <p:cNvSpPr/>
              <p:nvPr/>
            </p:nvSpPr>
            <p:spPr>
              <a:xfrm>
                <a:off x="4196320" y="5332756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9D34E01-6A75-1F6F-31D2-9D1E8C3B6E7F}"/>
                  </a:ext>
                </a:extLst>
              </p:cNvPr>
              <p:cNvSpPr/>
              <p:nvPr/>
            </p:nvSpPr>
            <p:spPr>
              <a:xfrm>
                <a:off x="5185365" y="5332756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181785F6-613D-3DB1-BFCE-1A9AE6FBD775}"/>
                  </a:ext>
                </a:extLst>
              </p:cNvPr>
              <p:cNvSpPr/>
              <p:nvPr/>
            </p:nvSpPr>
            <p:spPr>
              <a:xfrm>
                <a:off x="6174410" y="5332756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5" name="Rectángulo 44">
                <a:extLst>
                  <a:ext uri="{FF2B5EF4-FFF2-40B4-BE49-F238E27FC236}">
                    <a16:creationId xmlns:a16="http://schemas.microsoft.com/office/drawing/2014/main" id="{019EFE6A-38BC-895C-8F75-D6C195E5C854}"/>
                  </a:ext>
                </a:extLst>
              </p:cNvPr>
              <p:cNvSpPr/>
              <p:nvPr/>
            </p:nvSpPr>
            <p:spPr>
              <a:xfrm>
                <a:off x="7163455" y="5332756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D4B21143-D99C-D2E4-E48E-77C63C258782}"/>
                  </a:ext>
                </a:extLst>
              </p:cNvPr>
              <p:cNvSpPr/>
              <p:nvPr/>
            </p:nvSpPr>
            <p:spPr>
              <a:xfrm>
                <a:off x="4116000" y="5298406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29F6FE1C-AE54-2818-1ADB-1DB652826EDE}"/>
                </a:ext>
              </a:extLst>
            </p:cNvPr>
            <p:cNvSpPr/>
            <p:nvPr/>
          </p:nvSpPr>
          <p:spPr>
            <a:xfrm>
              <a:off x="543808" y="5295486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0" name="Conector recto de flecha 109">
              <a:extLst>
                <a:ext uri="{FF2B5EF4-FFF2-40B4-BE49-F238E27FC236}">
                  <a16:creationId xmlns:a16="http://schemas.microsoft.com/office/drawing/2014/main" id="{64E9C21E-D666-DE9E-E08F-FA3B5945CA01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5439486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Rectángulo 137">
              <a:extLst>
                <a:ext uri="{FF2B5EF4-FFF2-40B4-BE49-F238E27FC236}">
                  <a16:creationId xmlns:a16="http://schemas.microsoft.com/office/drawing/2014/main" id="{7AB6F5AF-126B-01BD-7165-3B7653718FAD}"/>
                </a:ext>
              </a:extLst>
            </p:cNvPr>
            <p:cNvSpPr/>
            <p:nvPr/>
          </p:nvSpPr>
          <p:spPr>
            <a:xfrm>
              <a:off x="6926730" y="5295485"/>
              <a:ext cx="2880000" cy="659947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/>
            <a:lstStyle/>
            <a:p>
              <a:pPr>
                <a:buClr>
                  <a:srgbClr val="000000"/>
                </a:buClr>
              </a:pPr>
              <a:r>
                <a:rPr kumimoji="0" lang="es-PE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 cuando al menos un </a:t>
              </a:r>
              <a:r>
                <a:rPr kumimoji="0" lang="es-PE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Capability</a:t>
              </a:r>
              <a:r>
                <a:rPr kumimoji="0" lang="es-PE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se encuentra en </a:t>
              </a:r>
              <a:r>
                <a:rPr lang="es-PE" sz="1200" kern="0" dirty="0">
                  <a:solidFill>
                    <a:srgbClr val="434343"/>
                  </a:solidFill>
                  <a:latin typeface="Fira Sans Extra Condensed Medium"/>
                  <a:sym typeface="Fira Sans Extra Condensed Medium"/>
                </a:rPr>
                <a:t>estado </a:t>
              </a:r>
              <a:r>
                <a:rPr lang="es-PE" sz="1200" b="1" kern="0" dirty="0">
                  <a:solidFill>
                    <a:schemeClr val="bg1"/>
                  </a:solidFill>
                  <a:highlight>
                    <a:srgbClr val="00B0F0"/>
                  </a:highlight>
                  <a:latin typeface="Fira Sans Extra Condensed Medium"/>
                  <a:sym typeface="Fira Sans Extra Condensed Medium"/>
                </a:rPr>
                <a:t>Nuevo/ En Adopción</a:t>
              </a:r>
              <a:r>
                <a:rPr lang="es-PE" sz="1200" kern="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y el resto en </a:t>
              </a:r>
              <a:r>
                <a:rPr lang="es-PE" sz="1200" b="1" kern="0" dirty="0">
                  <a:solidFill>
                    <a:schemeClr val="bg1"/>
                  </a:solidFill>
                  <a:highlight>
                    <a:srgbClr val="EC3A3B"/>
                  </a:highlight>
                  <a:latin typeface="Fira Sans Extra Condensed Medium"/>
                  <a:sym typeface="Fira Sans Extra Condensed Medium"/>
                </a:rPr>
                <a:t>No Cubierto</a:t>
              </a:r>
              <a:r>
                <a:rPr lang="es-PE" sz="1200" kern="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.</a:t>
              </a:r>
              <a:endParaRPr kumimoji="0" lang="es-PE" sz="12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" name="Rectángulo 150">
              <a:extLst>
                <a:ext uri="{FF2B5EF4-FFF2-40B4-BE49-F238E27FC236}">
                  <a16:creationId xmlns:a16="http://schemas.microsoft.com/office/drawing/2014/main" id="{C5AA9EBB-5488-7E48-83B7-6AEE00CB09E5}"/>
                </a:ext>
              </a:extLst>
            </p:cNvPr>
            <p:cNvSpPr/>
            <p:nvPr/>
          </p:nvSpPr>
          <p:spPr>
            <a:xfrm>
              <a:off x="10388192" y="5295486"/>
              <a:ext cx="1260000" cy="288000"/>
            </a:xfrm>
            <a:prstGeom prst="rect">
              <a:avLst/>
            </a:prstGeom>
            <a:solidFill>
              <a:srgbClr val="00B0F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NUEVO / EN ADOPCIÓN</a:t>
              </a:r>
            </a:p>
          </p:txBody>
        </p:sp>
        <p:cxnSp>
          <p:nvCxnSpPr>
            <p:cNvPr id="163" name="Conector recto de flecha 162">
              <a:extLst>
                <a:ext uri="{FF2B5EF4-FFF2-40B4-BE49-F238E27FC236}">
                  <a16:creationId xmlns:a16="http://schemas.microsoft.com/office/drawing/2014/main" id="{62A7DADB-E84E-E9F7-B5D5-5819946FDFEC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5436501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Conector recto de flecha 174">
              <a:extLst>
                <a:ext uri="{FF2B5EF4-FFF2-40B4-BE49-F238E27FC236}">
                  <a16:creationId xmlns:a16="http://schemas.microsoft.com/office/drawing/2014/main" id="{2505993A-118F-31F3-4FD8-9D9A0BC046F4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5439486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7935354D-7EE3-283E-EE2E-797228AF7EDF}"/>
              </a:ext>
            </a:extLst>
          </p:cNvPr>
          <p:cNvGrpSpPr/>
          <p:nvPr/>
        </p:nvGrpSpPr>
        <p:grpSpPr>
          <a:xfrm>
            <a:off x="543808" y="5667433"/>
            <a:ext cx="11104384" cy="288000"/>
            <a:chOff x="543808" y="5667433"/>
            <a:chExt cx="11104384" cy="288000"/>
          </a:xfrm>
        </p:grpSpPr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DED08AAD-73E3-48FA-A72C-6D582D0F8EF8}"/>
                </a:ext>
              </a:extLst>
            </p:cNvPr>
            <p:cNvGrpSpPr/>
            <p:nvPr/>
          </p:nvGrpSpPr>
          <p:grpSpPr>
            <a:xfrm>
              <a:off x="2385269" y="5667433"/>
              <a:ext cx="3960000" cy="288000"/>
              <a:chOff x="4116000" y="5663972"/>
              <a:chExt cx="3960000" cy="288000"/>
            </a:xfrm>
          </p:grpSpPr>
          <p:sp>
            <p:nvSpPr>
              <p:cNvPr id="46" name="Rectángulo 45">
                <a:extLst>
                  <a:ext uri="{FF2B5EF4-FFF2-40B4-BE49-F238E27FC236}">
                    <a16:creationId xmlns:a16="http://schemas.microsoft.com/office/drawing/2014/main" id="{E71EBB0D-4EC3-1B72-91CD-EE859EFF4BD5}"/>
                  </a:ext>
                </a:extLst>
              </p:cNvPr>
              <p:cNvSpPr/>
              <p:nvPr/>
            </p:nvSpPr>
            <p:spPr>
              <a:xfrm>
                <a:off x="4196320" y="5699972"/>
                <a:ext cx="828000" cy="216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C2410F4B-C915-C588-6E06-430150884EEC}"/>
                  </a:ext>
                </a:extLst>
              </p:cNvPr>
              <p:cNvSpPr/>
              <p:nvPr/>
            </p:nvSpPr>
            <p:spPr>
              <a:xfrm>
                <a:off x="5185365" y="569997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097687DB-62BC-5E94-3C42-7682328C5B03}"/>
                  </a:ext>
                </a:extLst>
              </p:cNvPr>
              <p:cNvSpPr/>
              <p:nvPr/>
            </p:nvSpPr>
            <p:spPr>
              <a:xfrm>
                <a:off x="6174410" y="569997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E253D8A7-FC78-231C-D02E-2449D09F5446}"/>
                  </a:ext>
                </a:extLst>
              </p:cNvPr>
              <p:cNvSpPr/>
              <p:nvPr/>
            </p:nvSpPr>
            <p:spPr>
              <a:xfrm>
                <a:off x="7163455" y="569997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9591421A-3C2B-2107-495A-43BC846D5B83}"/>
                  </a:ext>
                </a:extLst>
              </p:cNvPr>
              <p:cNvSpPr/>
              <p:nvPr/>
            </p:nvSpPr>
            <p:spPr>
              <a:xfrm>
                <a:off x="4116000" y="5663972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D5BCCB98-1560-B375-AB78-B1726E150601}"/>
                </a:ext>
              </a:extLst>
            </p:cNvPr>
            <p:cNvSpPr/>
            <p:nvPr/>
          </p:nvSpPr>
          <p:spPr>
            <a:xfrm>
              <a:off x="543808" y="5667433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1" name="Conector recto de flecha 110">
              <a:extLst>
                <a:ext uri="{FF2B5EF4-FFF2-40B4-BE49-F238E27FC236}">
                  <a16:creationId xmlns:a16="http://schemas.microsoft.com/office/drawing/2014/main" id="{1E61F72F-4D45-A8A8-1607-7593438FBAC0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5811433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Rectángulo 151">
              <a:extLst>
                <a:ext uri="{FF2B5EF4-FFF2-40B4-BE49-F238E27FC236}">
                  <a16:creationId xmlns:a16="http://schemas.microsoft.com/office/drawing/2014/main" id="{66EDD786-8371-DC29-2DBA-B87CB8598B89}"/>
                </a:ext>
              </a:extLst>
            </p:cNvPr>
            <p:cNvSpPr/>
            <p:nvPr/>
          </p:nvSpPr>
          <p:spPr>
            <a:xfrm>
              <a:off x="10388192" y="5667433"/>
              <a:ext cx="1260000" cy="288000"/>
            </a:xfrm>
            <a:prstGeom prst="rect">
              <a:avLst/>
            </a:prstGeom>
            <a:solidFill>
              <a:srgbClr val="00B0F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NUEVO / EN ADOPCIÓN</a:t>
              </a:r>
            </a:p>
          </p:txBody>
        </p:sp>
        <p:cxnSp>
          <p:nvCxnSpPr>
            <p:cNvPr id="164" name="Conector recto de flecha 163">
              <a:extLst>
                <a:ext uri="{FF2B5EF4-FFF2-40B4-BE49-F238E27FC236}">
                  <a16:creationId xmlns:a16="http://schemas.microsoft.com/office/drawing/2014/main" id="{40DCBA1E-4568-1A59-5F27-2E9F8934D268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5809490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Conector recto de flecha 175">
              <a:extLst>
                <a:ext uri="{FF2B5EF4-FFF2-40B4-BE49-F238E27FC236}">
                  <a16:creationId xmlns:a16="http://schemas.microsoft.com/office/drawing/2014/main" id="{3548C948-08D9-164C-D202-B91720FA30C0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5809915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7" name="Grupo 246">
            <a:extLst>
              <a:ext uri="{FF2B5EF4-FFF2-40B4-BE49-F238E27FC236}">
                <a16:creationId xmlns:a16="http://schemas.microsoft.com/office/drawing/2014/main" id="{C200CD5A-0D6D-17D7-8BC9-742C754BD0EF}"/>
              </a:ext>
            </a:extLst>
          </p:cNvPr>
          <p:cNvGrpSpPr/>
          <p:nvPr/>
        </p:nvGrpSpPr>
        <p:grpSpPr>
          <a:xfrm>
            <a:off x="543808" y="6027106"/>
            <a:ext cx="11104384" cy="288000"/>
            <a:chOff x="543808" y="6027106"/>
            <a:chExt cx="11104384" cy="288000"/>
          </a:xfrm>
        </p:grpSpPr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5C7047D7-3D2F-CDD8-AB6C-7345ED0A0C0F}"/>
                </a:ext>
              </a:extLst>
            </p:cNvPr>
            <p:cNvGrpSpPr/>
            <p:nvPr/>
          </p:nvGrpSpPr>
          <p:grpSpPr>
            <a:xfrm>
              <a:off x="2385269" y="6027106"/>
              <a:ext cx="3960000" cy="288000"/>
              <a:chOff x="4116000" y="6029538"/>
              <a:chExt cx="3960000" cy="288000"/>
            </a:xfrm>
          </p:grpSpPr>
          <p:sp>
            <p:nvSpPr>
              <p:cNvPr id="50" name="Rectángulo 49">
                <a:extLst>
                  <a:ext uri="{FF2B5EF4-FFF2-40B4-BE49-F238E27FC236}">
                    <a16:creationId xmlns:a16="http://schemas.microsoft.com/office/drawing/2014/main" id="{C19B4089-FF93-D57D-EA3D-356DF73A5850}"/>
                  </a:ext>
                </a:extLst>
              </p:cNvPr>
              <p:cNvSpPr/>
              <p:nvPr/>
            </p:nvSpPr>
            <p:spPr>
              <a:xfrm>
                <a:off x="4196320" y="606719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966361E9-6901-E85D-5CCF-DB68D7750ED5}"/>
                  </a:ext>
                </a:extLst>
              </p:cNvPr>
              <p:cNvSpPr/>
              <p:nvPr/>
            </p:nvSpPr>
            <p:spPr>
              <a:xfrm>
                <a:off x="5185365" y="606719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1D906E0D-C0AB-1182-9FEE-33AE720EB33C}"/>
                  </a:ext>
                </a:extLst>
              </p:cNvPr>
              <p:cNvSpPr/>
              <p:nvPr/>
            </p:nvSpPr>
            <p:spPr>
              <a:xfrm>
                <a:off x="6174410" y="606719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E8D1AC30-E202-804A-DFFD-356FC65A2A20}"/>
                  </a:ext>
                </a:extLst>
              </p:cNvPr>
              <p:cNvSpPr/>
              <p:nvPr/>
            </p:nvSpPr>
            <p:spPr>
              <a:xfrm>
                <a:off x="7163455" y="6067192"/>
                <a:ext cx="828000" cy="216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7" name="Rectángulo 66">
                <a:extLst>
                  <a:ext uri="{FF2B5EF4-FFF2-40B4-BE49-F238E27FC236}">
                    <a16:creationId xmlns:a16="http://schemas.microsoft.com/office/drawing/2014/main" id="{FDF61598-9D4C-B29B-78BD-EFA7DD5688C5}"/>
                  </a:ext>
                </a:extLst>
              </p:cNvPr>
              <p:cNvSpPr/>
              <p:nvPr/>
            </p:nvSpPr>
            <p:spPr>
              <a:xfrm>
                <a:off x="4116000" y="6029538"/>
                <a:ext cx="3960000" cy="288000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28F2A86A-6401-38E0-2214-742916B3E118}"/>
                </a:ext>
              </a:extLst>
            </p:cNvPr>
            <p:cNvSpPr/>
            <p:nvPr/>
          </p:nvSpPr>
          <p:spPr>
            <a:xfrm>
              <a:off x="543808" y="6027106"/>
              <a:ext cx="1260000" cy="288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SUBDOMINIO</a:t>
              </a:r>
              <a:endParaRPr kumimoji="0" lang="es-PE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2" name="Conector recto de flecha 111">
              <a:extLst>
                <a:ext uri="{FF2B5EF4-FFF2-40B4-BE49-F238E27FC236}">
                  <a16:creationId xmlns:a16="http://schemas.microsoft.com/office/drawing/2014/main" id="{5F364A19-31D9-5EFE-5D8E-C0251697BC8C}"/>
                </a:ext>
              </a:extLst>
            </p:cNvPr>
            <p:cNvCxnSpPr>
              <a:cxnSpLocks/>
            </p:cNvCxnSpPr>
            <p:nvPr/>
          </p:nvCxnSpPr>
          <p:spPr>
            <a:xfrm>
              <a:off x="1803808" y="6171106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32861A86-9D08-DDCE-367B-F5E7DC3820AE}"/>
                </a:ext>
              </a:extLst>
            </p:cNvPr>
            <p:cNvSpPr/>
            <p:nvPr/>
          </p:nvSpPr>
          <p:spPr>
            <a:xfrm>
              <a:off x="6926730" y="6027106"/>
              <a:ext cx="2880000" cy="28800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PE" sz="100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 cuando todos sus </a:t>
              </a:r>
              <a:r>
                <a:rPr kumimoji="0" lang="es-PE" sz="1000" b="0" i="0" u="none" strike="noStrike" kern="0" cap="none" spc="0" normalizeH="0" baseline="0" noProof="0" err="1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Capabilities</a:t>
              </a:r>
              <a:r>
                <a:rPr kumimoji="0" lang="es-PE" sz="100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están en estado </a:t>
              </a:r>
              <a:r>
                <a:rPr lang="es-PE" sz="1000" b="1" kern="0">
                  <a:solidFill>
                    <a:schemeClr val="bg1"/>
                  </a:solidFill>
                  <a:highlight>
                    <a:srgbClr val="EC3A3B"/>
                  </a:highlight>
                  <a:latin typeface="Fira Sans Extra Condensed Medium"/>
                  <a:sym typeface="Fira Sans Extra Condensed Medium"/>
                </a:rPr>
                <a:t>No Cubierto</a:t>
              </a:r>
              <a:r>
                <a:rPr kumimoji="0" lang="es-PE" sz="100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.</a:t>
              </a:r>
            </a:p>
          </p:txBody>
        </p:sp>
        <p:sp>
          <p:nvSpPr>
            <p:cNvPr id="153" name="Rectángulo 152">
              <a:extLst>
                <a:ext uri="{FF2B5EF4-FFF2-40B4-BE49-F238E27FC236}">
                  <a16:creationId xmlns:a16="http://schemas.microsoft.com/office/drawing/2014/main" id="{C5BAB575-9E57-C46F-D3CE-4E68C0464D24}"/>
                </a:ext>
              </a:extLst>
            </p:cNvPr>
            <p:cNvSpPr/>
            <p:nvPr/>
          </p:nvSpPr>
          <p:spPr>
            <a:xfrm>
              <a:off x="10388192" y="6027106"/>
              <a:ext cx="1260000" cy="288000"/>
            </a:xfrm>
            <a:prstGeom prst="rect">
              <a:avLst/>
            </a:prstGeom>
            <a:solidFill>
              <a:srgbClr val="FF0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CUBIERTO</a:t>
              </a:r>
              <a:endPara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65" name="Conector recto de flecha 164">
              <a:extLst>
                <a:ext uri="{FF2B5EF4-FFF2-40B4-BE49-F238E27FC236}">
                  <a16:creationId xmlns:a16="http://schemas.microsoft.com/office/drawing/2014/main" id="{6CCDAC0C-612D-2413-4945-A2C2D5DCED5D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69" y="6171106"/>
              <a:ext cx="5814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Conector recto de flecha 176">
              <a:extLst>
                <a:ext uri="{FF2B5EF4-FFF2-40B4-BE49-F238E27FC236}">
                  <a16:creationId xmlns:a16="http://schemas.microsoft.com/office/drawing/2014/main" id="{411D8A2D-BCED-0BF9-2C59-F48E0A5FD2F6}"/>
                </a:ext>
              </a:extLst>
            </p:cNvPr>
            <p:cNvCxnSpPr>
              <a:cxnSpLocks/>
            </p:cNvCxnSpPr>
            <p:nvPr/>
          </p:nvCxnSpPr>
          <p:spPr>
            <a:xfrm>
              <a:off x="9806730" y="6171106"/>
              <a:ext cx="581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8" name="Google Shape;354;p22">
            <a:extLst>
              <a:ext uri="{FF2B5EF4-FFF2-40B4-BE49-F238E27FC236}">
                <a16:creationId xmlns:a16="http://schemas.microsoft.com/office/drawing/2014/main" id="{3BD870D3-52AF-3B45-81F6-B3A627F82AE5}"/>
              </a:ext>
            </a:extLst>
          </p:cNvPr>
          <p:cNvGrpSpPr/>
          <p:nvPr/>
        </p:nvGrpSpPr>
        <p:grpSpPr>
          <a:xfrm>
            <a:off x="2577446" y="1485447"/>
            <a:ext cx="1776070" cy="361479"/>
            <a:chOff x="3557650" y="1302663"/>
            <a:chExt cx="3507600" cy="354600"/>
          </a:xfrm>
        </p:grpSpPr>
        <p:sp>
          <p:nvSpPr>
            <p:cNvPr id="249" name="Google Shape;355;p22">
              <a:extLst>
                <a:ext uri="{FF2B5EF4-FFF2-40B4-BE49-F238E27FC236}">
                  <a16:creationId xmlns:a16="http://schemas.microsoft.com/office/drawing/2014/main" id="{07AF4E8F-F9DB-7193-26BA-4849DB7FC53C}"/>
                </a:ext>
              </a:extLst>
            </p:cNvPr>
            <p:cNvSpPr/>
            <p:nvPr/>
          </p:nvSpPr>
          <p:spPr>
            <a:xfrm>
              <a:off x="3557650" y="1304913"/>
              <a:ext cx="3507600" cy="3501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" name="Google Shape;356;p22">
              <a:extLst>
                <a:ext uri="{FF2B5EF4-FFF2-40B4-BE49-F238E27FC236}">
                  <a16:creationId xmlns:a16="http://schemas.microsoft.com/office/drawing/2014/main" id="{DE3D754F-291E-6890-0E0C-85ACCB878973}"/>
                </a:ext>
              </a:extLst>
            </p:cNvPr>
            <p:cNvSpPr txBox="1"/>
            <p:nvPr/>
          </p:nvSpPr>
          <p:spPr>
            <a:xfrm>
              <a:off x="3891298" y="1302663"/>
              <a:ext cx="2840304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kern="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Definicion/ Capabilities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51" name="Google Shape;357;p22">
            <a:extLst>
              <a:ext uri="{FF2B5EF4-FFF2-40B4-BE49-F238E27FC236}">
                <a16:creationId xmlns:a16="http://schemas.microsoft.com/office/drawing/2014/main" id="{A6CD2120-E5D7-78DA-BA3F-3ECFF4728CE0}"/>
              </a:ext>
            </a:extLst>
          </p:cNvPr>
          <p:cNvGrpSpPr/>
          <p:nvPr/>
        </p:nvGrpSpPr>
        <p:grpSpPr>
          <a:xfrm>
            <a:off x="479227" y="1485447"/>
            <a:ext cx="1409700" cy="361500"/>
            <a:chOff x="1276713" y="1235964"/>
            <a:chExt cx="1409700" cy="361500"/>
          </a:xfrm>
        </p:grpSpPr>
        <p:sp>
          <p:nvSpPr>
            <p:cNvPr id="252" name="Google Shape;358;p22">
              <a:extLst>
                <a:ext uri="{FF2B5EF4-FFF2-40B4-BE49-F238E27FC236}">
                  <a16:creationId xmlns:a16="http://schemas.microsoft.com/office/drawing/2014/main" id="{A65537AD-D8B0-FC14-4F08-3A78ACBA10EA}"/>
                </a:ext>
              </a:extLst>
            </p:cNvPr>
            <p:cNvSpPr/>
            <p:nvPr/>
          </p:nvSpPr>
          <p:spPr>
            <a:xfrm>
              <a:off x="1276713" y="1238104"/>
              <a:ext cx="1409700" cy="3573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" name="Google Shape;359;p22">
              <a:extLst>
                <a:ext uri="{FF2B5EF4-FFF2-40B4-BE49-F238E27FC236}">
                  <a16:creationId xmlns:a16="http://schemas.microsoft.com/office/drawing/2014/main" id="{F261BAE1-2F31-CF8C-4D64-4A9737F731D7}"/>
                </a:ext>
              </a:extLst>
            </p:cNvPr>
            <p:cNvSpPr txBox="1"/>
            <p:nvPr/>
          </p:nvSpPr>
          <p:spPr>
            <a:xfrm>
              <a:off x="1371211" y="1235964"/>
              <a:ext cx="1220700" cy="36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Estado Subdominio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54" name="Google Shape;354;p22">
            <a:extLst>
              <a:ext uri="{FF2B5EF4-FFF2-40B4-BE49-F238E27FC236}">
                <a16:creationId xmlns:a16="http://schemas.microsoft.com/office/drawing/2014/main" id="{1D4A440A-5E01-237D-AA38-DC61F3439E33}"/>
              </a:ext>
            </a:extLst>
          </p:cNvPr>
          <p:cNvGrpSpPr/>
          <p:nvPr/>
        </p:nvGrpSpPr>
        <p:grpSpPr>
          <a:xfrm>
            <a:off x="6926731" y="1485447"/>
            <a:ext cx="2880000" cy="361479"/>
            <a:chOff x="3557650" y="1302663"/>
            <a:chExt cx="3507600" cy="354600"/>
          </a:xfrm>
        </p:grpSpPr>
        <p:sp>
          <p:nvSpPr>
            <p:cNvPr id="255" name="Google Shape;355;p22">
              <a:extLst>
                <a:ext uri="{FF2B5EF4-FFF2-40B4-BE49-F238E27FC236}">
                  <a16:creationId xmlns:a16="http://schemas.microsoft.com/office/drawing/2014/main" id="{DA6588C9-CBBB-B0AD-3D65-896792E2450E}"/>
                </a:ext>
              </a:extLst>
            </p:cNvPr>
            <p:cNvSpPr/>
            <p:nvPr/>
          </p:nvSpPr>
          <p:spPr>
            <a:xfrm>
              <a:off x="3557650" y="1304913"/>
              <a:ext cx="3507600" cy="3501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" name="Google Shape;356;p22">
              <a:extLst>
                <a:ext uri="{FF2B5EF4-FFF2-40B4-BE49-F238E27FC236}">
                  <a16:creationId xmlns:a16="http://schemas.microsoft.com/office/drawing/2014/main" id="{0444FFD0-7C99-B1D4-C8F5-11C851DE2131}"/>
                </a:ext>
              </a:extLst>
            </p:cNvPr>
            <p:cNvSpPr txBox="1"/>
            <p:nvPr/>
          </p:nvSpPr>
          <p:spPr>
            <a:xfrm>
              <a:off x="3648874" y="1302663"/>
              <a:ext cx="3325151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1400" kern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Criterios para Estado Subdominio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57" name="Google Shape;357;p22">
            <a:extLst>
              <a:ext uri="{FF2B5EF4-FFF2-40B4-BE49-F238E27FC236}">
                <a16:creationId xmlns:a16="http://schemas.microsoft.com/office/drawing/2014/main" id="{4D5272F7-BB59-DC57-4DBE-57A39362206F}"/>
              </a:ext>
            </a:extLst>
          </p:cNvPr>
          <p:cNvGrpSpPr/>
          <p:nvPr/>
        </p:nvGrpSpPr>
        <p:grpSpPr>
          <a:xfrm>
            <a:off x="10312168" y="1485447"/>
            <a:ext cx="1409700" cy="361500"/>
            <a:chOff x="1276713" y="1235964"/>
            <a:chExt cx="1409700" cy="361500"/>
          </a:xfrm>
        </p:grpSpPr>
        <p:sp>
          <p:nvSpPr>
            <p:cNvPr id="258" name="Google Shape;358;p22">
              <a:extLst>
                <a:ext uri="{FF2B5EF4-FFF2-40B4-BE49-F238E27FC236}">
                  <a16:creationId xmlns:a16="http://schemas.microsoft.com/office/drawing/2014/main" id="{BBA05389-FD12-C229-9964-3B3AF8CEB6C0}"/>
                </a:ext>
              </a:extLst>
            </p:cNvPr>
            <p:cNvSpPr/>
            <p:nvPr/>
          </p:nvSpPr>
          <p:spPr>
            <a:xfrm>
              <a:off x="1276713" y="1238104"/>
              <a:ext cx="1409700" cy="3573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" name="Google Shape;359;p22">
              <a:extLst>
                <a:ext uri="{FF2B5EF4-FFF2-40B4-BE49-F238E27FC236}">
                  <a16:creationId xmlns:a16="http://schemas.microsoft.com/office/drawing/2014/main" id="{90F72475-0F07-72CC-E783-3C6859A75223}"/>
                </a:ext>
              </a:extLst>
            </p:cNvPr>
            <p:cNvSpPr txBox="1"/>
            <p:nvPr/>
          </p:nvSpPr>
          <p:spPr>
            <a:xfrm>
              <a:off x="1371211" y="1235964"/>
              <a:ext cx="1220700" cy="36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Estado Final Subdominio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309164E0-D101-88E2-AC7C-2421C7E56046}"/>
              </a:ext>
            </a:extLst>
          </p:cNvPr>
          <p:cNvSpPr/>
          <p:nvPr/>
        </p:nvSpPr>
        <p:spPr>
          <a:xfrm>
            <a:off x="-780773" y="1987751"/>
            <a:ext cx="1260000" cy="176001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DOMINIO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dirty="0">
                <a:solidFill>
                  <a:schemeClr val="tx1"/>
                </a:solidFill>
                <a:latin typeface="Calibri" panose="020F0502020204030204"/>
              </a:rPr>
              <a:t>Network Defense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oogle Shape;354;p22">
            <a:extLst>
              <a:ext uri="{FF2B5EF4-FFF2-40B4-BE49-F238E27FC236}">
                <a16:creationId xmlns:a16="http://schemas.microsoft.com/office/drawing/2014/main" id="{1D1B4FDC-D9B0-CB5E-FAE7-E6815F20F63C}"/>
              </a:ext>
            </a:extLst>
          </p:cNvPr>
          <p:cNvGrpSpPr/>
          <p:nvPr/>
        </p:nvGrpSpPr>
        <p:grpSpPr>
          <a:xfrm>
            <a:off x="4522458" y="1477741"/>
            <a:ext cx="1776070" cy="361479"/>
            <a:chOff x="3557650" y="1302663"/>
            <a:chExt cx="3507600" cy="354600"/>
          </a:xfrm>
        </p:grpSpPr>
        <p:sp>
          <p:nvSpPr>
            <p:cNvPr id="6" name="Google Shape;355;p22">
              <a:extLst>
                <a:ext uri="{FF2B5EF4-FFF2-40B4-BE49-F238E27FC236}">
                  <a16:creationId xmlns:a16="http://schemas.microsoft.com/office/drawing/2014/main" id="{81C9C0A7-8BD1-3D08-6B23-81E8796369B6}"/>
                </a:ext>
              </a:extLst>
            </p:cNvPr>
            <p:cNvSpPr/>
            <p:nvPr/>
          </p:nvSpPr>
          <p:spPr>
            <a:xfrm>
              <a:off x="3557650" y="1304913"/>
              <a:ext cx="3507600" cy="3501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356;p22">
              <a:extLst>
                <a:ext uri="{FF2B5EF4-FFF2-40B4-BE49-F238E27FC236}">
                  <a16:creationId xmlns:a16="http://schemas.microsoft.com/office/drawing/2014/main" id="{06443436-450E-A9F7-1A67-ACD63E8C7FC2}"/>
                </a:ext>
              </a:extLst>
            </p:cNvPr>
            <p:cNvSpPr txBox="1"/>
            <p:nvPr/>
          </p:nvSpPr>
          <p:spPr>
            <a:xfrm>
              <a:off x="3891298" y="1302663"/>
              <a:ext cx="2840304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1600" kern="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Feature/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1600" kern="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Funcionalidad</a:t>
              </a: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5" name="Google Shape;354;p22">
            <a:extLst>
              <a:ext uri="{FF2B5EF4-FFF2-40B4-BE49-F238E27FC236}">
                <a16:creationId xmlns:a16="http://schemas.microsoft.com/office/drawing/2014/main" id="{4A0AC82D-937C-63ED-1B77-57B0AE0D20B4}"/>
              </a:ext>
            </a:extLst>
          </p:cNvPr>
          <p:cNvGrpSpPr/>
          <p:nvPr/>
        </p:nvGrpSpPr>
        <p:grpSpPr>
          <a:xfrm>
            <a:off x="6362947" y="1467147"/>
            <a:ext cx="1776070" cy="361479"/>
            <a:chOff x="3557650" y="1302663"/>
            <a:chExt cx="3507600" cy="354600"/>
          </a:xfrm>
        </p:grpSpPr>
        <p:sp>
          <p:nvSpPr>
            <p:cNvPr id="93" name="Google Shape;355;p22">
              <a:extLst>
                <a:ext uri="{FF2B5EF4-FFF2-40B4-BE49-F238E27FC236}">
                  <a16:creationId xmlns:a16="http://schemas.microsoft.com/office/drawing/2014/main" id="{1F3AC6D4-9C93-2EAD-2A22-C4A296F45356}"/>
                </a:ext>
              </a:extLst>
            </p:cNvPr>
            <p:cNvSpPr/>
            <p:nvPr/>
          </p:nvSpPr>
          <p:spPr>
            <a:xfrm>
              <a:off x="3557650" y="1304913"/>
              <a:ext cx="3507600" cy="3501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356;p22">
              <a:extLst>
                <a:ext uri="{FF2B5EF4-FFF2-40B4-BE49-F238E27FC236}">
                  <a16:creationId xmlns:a16="http://schemas.microsoft.com/office/drawing/2014/main" id="{DAA1DA84-6580-73A2-2EF0-A0F8AC0F1F5C}"/>
                </a:ext>
              </a:extLst>
            </p:cNvPr>
            <p:cNvSpPr txBox="1"/>
            <p:nvPr/>
          </p:nvSpPr>
          <p:spPr>
            <a:xfrm>
              <a:off x="3891298" y="1302663"/>
              <a:ext cx="2840304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1600" kern="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Plataforma/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Tecnologia</a:t>
              </a: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5326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7C784F3-BE75-7C2A-EEBF-A39EA10C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DEFINICIONES</a:t>
            </a:r>
          </a:p>
        </p:txBody>
      </p:sp>
      <p:grpSp>
        <p:nvGrpSpPr>
          <p:cNvPr id="67" name="Google Shape;1601;p44">
            <a:extLst>
              <a:ext uri="{FF2B5EF4-FFF2-40B4-BE49-F238E27FC236}">
                <a16:creationId xmlns:a16="http://schemas.microsoft.com/office/drawing/2014/main" id="{F38227F9-64DC-77F5-4B2D-45B5A447FACC}"/>
              </a:ext>
            </a:extLst>
          </p:cNvPr>
          <p:cNvGrpSpPr/>
          <p:nvPr/>
        </p:nvGrpSpPr>
        <p:grpSpPr>
          <a:xfrm>
            <a:off x="1860442" y="2107076"/>
            <a:ext cx="8307326" cy="748554"/>
            <a:chOff x="1189085" y="1565900"/>
            <a:chExt cx="6519385" cy="587447"/>
          </a:xfrm>
        </p:grpSpPr>
        <p:sp>
          <p:nvSpPr>
            <p:cNvPr id="72" name="Google Shape;1603;p44">
              <a:extLst>
                <a:ext uri="{FF2B5EF4-FFF2-40B4-BE49-F238E27FC236}">
                  <a16:creationId xmlns:a16="http://schemas.microsoft.com/office/drawing/2014/main" id="{95C2FDAB-5E6D-65C2-2E46-9B6365E51BEC}"/>
                </a:ext>
              </a:extLst>
            </p:cNvPr>
            <p:cNvSpPr/>
            <p:nvPr/>
          </p:nvSpPr>
          <p:spPr>
            <a:xfrm>
              <a:off x="1189085" y="1565900"/>
              <a:ext cx="1919940" cy="587447"/>
            </a:xfrm>
            <a:custGeom>
              <a:avLst/>
              <a:gdLst/>
              <a:ahLst/>
              <a:cxnLst/>
              <a:rect l="l" t="t" r="r" b="b"/>
              <a:pathLst>
                <a:path w="39509" h="16301" extrusionOk="0">
                  <a:moveTo>
                    <a:pt x="1" y="0"/>
                  </a:moveTo>
                  <a:lnTo>
                    <a:pt x="1" y="11038"/>
                  </a:lnTo>
                  <a:cubicBezTo>
                    <a:pt x="1" y="13943"/>
                    <a:pt x="2285" y="16300"/>
                    <a:pt x="5172" y="16300"/>
                  </a:cubicBezTo>
                  <a:lnTo>
                    <a:pt x="39509" y="16300"/>
                  </a:lnTo>
                  <a:lnTo>
                    <a:pt x="39509" y="5190"/>
                  </a:lnTo>
                  <a:cubicBezTo>
                    <a:pt x="39509" y="2284"/>
                    <a:pt x="37225" y="0"/>
                    <a:pt x="34337" y="0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9" name="Google Shape;1608;p44">
              <a:extLst>
                <a:ext uri="{FF2B5EF4-FFF2-40B4-BE49-F238E27FC236}">
                  <a16:creationId xmlns:a16="http://schemas.microsoft.com/office/drawing/2014/main" id="{39AD5979-C683-2563-EBF6-0CC881A6AD16}"/>
                </a:ext>
              </a:extLst>
            </p:cNvPr>
            <p:cNvSpPr txBox="1"/>
            <p:nvPr/>
          </p:nvSpPr>
          <p:spPr>
            <a:xfrm>
              <a:off x="1724200" y="1675188"/>
              <a:ext cx="13848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s-PE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Definición</a:t>
              </a:r>
              <a:endParaRPr kern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0" name="Google Shape;1609;p44">
              <a:extLst>
                <a:ext uri="{FF2B5EF4-FFF2-40B4-BE49-F238E27FC236}">
                  <a16:creationId xmlns:a16="http://schemas.microsoft.com/office/drawing/2014/main" id="{8FE741AE-A713-C8A9-E09C-03663AEAD594}"/>
                </a:ext>
              </a:extLst>
            </p:cNvPr>
            <p:cNvSpPr/>
            <p:nvPr/>
          </p:nvSpPr>
          <p:spPr>
            <a:xfrm>
              <a:off x="3733770" y="1616838"/>
              <a:ext cx="3974700" cy="4785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Artefacto que permite Definir y Mapear los </a:t>
              </a:r>
              <a:r>
                <a:rPr lang="es-ES" sz="1200" kern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capabilities</a:t>
              </a: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tecnológicos y su nivel de adopción en el banco, los cuales se categorizan en Dominios y Subdominios tecnológicos.</a:t>
              </a:r>
            </a:p>
          </p:txBody>
        </p:sp>
        <p:cxnSp>
          <p:nvCxnSpPr>
            <p:cNvPr id="71" name="Google Shape;1610;p44">
              <a:extLst>
                <a:ext uri="{FF2B5EF4-FFF2-40B4-BE49-F238E27FC236}">
                  <a16:creationId xmlns:a16="http://schemas.microsoft.com/office/drawing/2014/main" id="{1E855008-DB5A-83F8-648D-5023B93F5684}"/>
                </a:ext>
              </a:extLst>
            </p:cNvPr>
            <p:cNvCxnSpPr>
              <a:stCxn id="69" idx="3"/>
              <a:endCxn id="70" idx="1"/>
            </p:cNvCxnSpPr>
            <p:nvPr/>
          </p:nvCxnSpPr>
          <p:spPr>
            <a:xfrm>
              <a:off x="3109000" y="1856088"/>
              <a:ext cx="624900" cy="0"/>
            </a:xfrm>
            <a:prstGeom prst="straightConnector1">
              <a:avLst/>
            </a:prstGeom>
            <a:noFill/>
            <a:ln w="19050" cap="flat" cmpd="sng">
              <a:solidFill>
                <a:srgbClr val="777693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77" name="Google Shape;1611;p44">
            <a:extLst>
              <a:ext uri="{FF2B5EF4-FFF2-40B4-BE49-F238E27FC236}">
                <a16:creationId xmlns:a16="http://schemas.microsoft.com/office/drawing/2014/main" id="{992538B1-68B6-E517-1D18-BD76E93D5FC5}"/>
              </a:ext>
            </a:extLst>
          </p:cNvPr>
          <p:cNvGrpSpPr/>
          <p:nvPr/>
        </p:nvGrpSpPr>
        <p:grpSpPr>
          <a:xfrm>
            <a:off x="3908638" y="3431473"/>
            <a:ext cx="8283362" cy="748554"/>
            <a:chOff x="2796459" y="2229473"/>
            <a:chExt cx="6500579" cy="587447"/>
          </a:xfrm>
        </p:grpSpPr>
        <p:sp>
          <p:nvSpPr>
            <p:cNvPr id="82" name="Google Shape;1613;p44">
              <a:extLst>
                <a:ext uri="{FF2B5EF4-FFF2-40B4-BE49-F238E27FC236}">
                  <a16:creationId xmlns:a16="http://schemas.microsoft.com/office/drawing/2014/main" id="{260C4B80-C2FC-0FC1-330A-CC03A61000AE}"/>
                </a:ext>
              </a:extLst>
            </p:cNvPr>
            <p:cNvSpPr/>
            <p:nvPr/>
          </p:nvSpPr>
          <p:spPr>
            <a:xfrm>
              <a:off x="2796459" y="2229473"/>
              <a:ext cx="1919955" cy="587447"/>
            </a:xfrm>
            <a:custGeom>
              <a:avLst/>
              <a:gdLst/>
              <a:ahLst/>
              <a:cxnLst/>
              <a:rect l="l" t="t" r="r" b="b"/>
              <a:pathLst>
                <a:path w="39601" h="16301" extrusionOk="0">
                  <a:moveTo>
                    <a:pt x="1" y="0"/>
                  </a:moveTo>
                  <a:lnTo>
                    <a:pt x="1" y="11038"/>
                  </a:lnTo>
                  <a:cubicBezTo>
                    <a:pt x="1" y="13925"/>
                    <a:pt x="2358" y="16301"/>
                    <a:pt x="5245" y="16301"/>
                  </a:cubicBezTo>
                  <a:lnTo>
                    <a:pt x="39600" y="16301"/>
                  </a:lnTo>
                  <a:lnTo>
                    <a:pt x="39600" y="5172"/>
                  </a:lnTo>
                  <a:cubicBezTo>
                    <a:pt x="39600" y="2285"/>
                    <a:pt x="37316" y="0"/>
                    <a:pt x="34410" y="0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1615;p44">
              <a:extLst>
                <a:ext uri="{FF2B5EF4-FFF2-40B4-BE49-F238E27FC236}">
                  <a16:creationId xmlns:a16="http://schemas.microsoft.com/office/drawing/2014/main" id="{EFD9C061-2F94-1D6A-F0A4-C1AE8A81A904}"/>
                </a:ext>
              </a:extLst>
            </p:cNvPr>
            <p:cNvSpPr txBox="1"/>
            <p:nvPr/>
          </p:nvSpPr>
          <p:spPr>
            <a:xfrm>
              <a:off x="3391075" y="2342875"/>
              <a:ext cx="13239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s-PE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Propósito</a:t>
              </a:r>
              <a:endParaRPr kern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0" name="Google Shape;1616;p44">
              <a:extLst>
                <a:ext uri="{FF2B5EF4-FFF2-40B4-BE49-F238E27FC236}">
                  <a16:creationId xmlns:a16="http://schemas.microsoft.com/office/drawing/2014/main" id="{A4594961-5200-0B5D-16AA-738BC16EC824}"/>
                </a:ext>
              </a:extLst>
            </p:cNvPr>
            <p:cNvSpPr/>
            <p:nvPr/>
          </p:nvSpPr>
          <p:spPr>
            <a:xfrm>
              <a:off x="5322338" y="2284525"/>
              <a:ext cx="3974700" cy="4785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Contribuye a definir la estrategia y evolución tecnológica en el banco a través de </a:t>
              </a:r>
              <a:r>
                <a:rPr lang="es-ES" sz="1200" kern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Capabilities</a:t>
              </a: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basados en recomendaciones y </a:t>
              </a:r>
              <a:r>
                <a:rPr lang="es-ES" sz="1200" kern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benchmark</a:t>
              </a: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de la industria.</a:t>
              </a:r>
            </a:p>
          </p:txBody>
        </p:sp>
        <p:cxnSp>
          <p:nvCxnSpPr>
            <p:cNvPr id="81" name="Google Shape;1617;p44">
              <a:extLst>
                <a:ext uri="{FF2B5EF4-FFF2-40B4-BE49-F238E27FC236}">
                  <a16:creationId xmlns:a16="http://schemas.microsoft.com/office/drawing/2014/main" id="{AA7EB4FF-AC3E-DD2C-8D4A-94DB85998B6E}"/>
                </a:ext>
              </a:extLst>
            </p:cNvPr>
            <p:cNvCxnSpPr/>
            <p:nvPr/>
          </p:nvCxnSpPr>
          <p:spPr>
            <a:xfrm>
              <a:off x="4716425" y="2523775"/>
              <a:ext cx="624900" cy="0"/>
            </a:xfrm>
            <a:prstGeom prst="straightConnector1">
              <a:avLst/>
            </a:prstGeom>
            <a:noFill/>
            <a:ln w="19050" cap="flat" cmpd="sng">
              <a:solidFill>
                <a:srgbClr val="4F67A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84" name="Google Shape;1618;p44">
            <a:extLst>
              <a:ext uri="{FF2B5EF4-FFF2-40B4-BE49-F238E27FC236}">
                <a16:creationId xmlns:a16="http://schemas.microsoft.com/office/drawing/2014/main" id="{B6CE24C4-9826-A3B0-9A41-81C87A62083F}"/>
              </a:ext>
            </a:extLst>
          </p:cNvPr>
          <p:cNvGrpSpPr/>
          <p:nvPr/>
        </p:nvGrpSpPr>
        <p:grpSpPr>
          <a:xfrm>
            <a:off x="0" y="4392275"/>
            <a:ext cx="8418474" cy="1486007"/>
            <a:chOff x="-270944" y="2605057"/>
            <a:chExt cx="6606611" cy="1166183"/>
          </a:xfrm>
        </p:grpSpPr>
        <p:sp>
          <p:nvSpPr>
            <p:cNvPr id="89" name="Google Shape;1620;p44">
              <a:extLst>
                <a:ext uri="{FF2B5EF4-FFF2-40B4-BE49-F238E27FC236}">
                  <a16:creationId xmlns:a16="http://schemas.microsoft.com/office/drawing/2014/main" id="{9E880899-16F9-D929-2B16-12043A5B4C0F}"/>
                </a:ext>
              </a:extLst>
            </p:cNvPr>
            <p:cNvSpPr/>
            <p:nvPr/>
          </p:nvSpPr>
          <p:spPr>
            <a:xfrm>
              <a:off x="4415712" y="2890396"/>
              <a:ext cx="1919955" cy="586799"/>
            </a:xfrm>
            <a:custGeom>
              <a:avLst/>
              <a:gdLst/>
              <a:ahLst/>
              <a:cxnLst/>
              <a:rect l="l" t="t" r="r" b="b"/>
              <a:pathLst>
                <a:path w="39601" h="16283" extrusionOk="0">
                  <a:moveTo>
                    <a:pt x="1" y="1"/>
                  </a:moveTo>
                  <a:lnTo>
                    <a:pt x="1" y="11038"/>
                  </a:lnTo>
                  <a:cubicBezTo>
                    <a:pt x="1" y="13925"/>
                    <a:pt x="2376" y="16283"/>
                    <a:pt x="5263" y="16283"/>
                  </a:cubicBezTo>
                  <a:lnTo>
                    <a:pt x="39600" y="16283"/>
                  </a:lnTo>
                  <a:lnTo>
                    <a:pt x="39600" y="5172"/>
                  </a:lnTo>
                  <a:cubicBezTo>
                    <a:pt x="39600" y="2285"/>
                    <a:pt x="37243" y="1"/>
                    <a:pt x="34429" y="1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1625;p44">
              <a:extLst>
                <a:ext uri="{FF2B5EF4-FFF2-40B4-BE49-F238E27FC236}">
                  <a16:creationId xmlns:a16="http://schemas.microsoft.com/office/drawing/2014/main" id="{C8CC63FE-951B-34B6-064B-67B5B4A36244}"/>
                </a:ext>
              </a:extLst>
            </p:cNvPr>
            <p:cNvSpPr/>
            <p:nvPr/>
          </p:nvSpPr>
          <p:spPr>
            <a:xfrm>
              <a:off x="-270944" y="2605057"/>
              <a:ext cx="3974700" cy="1166183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Permite organizar y visualizar la madurez de los </a:t>
              </a:r>
              <a:r>
                <a:rPr lang="es-ES" sz="1200" kern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capabilities</a:t>
              </a: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tecnológicos en el Banco (agrupados en Dominios y Subdominios tecnológicos) , facilitando la toma de decisiones estratégicas para la organización, incluyendo criterios de Estabilidad Operativa, Productividad, Ciberseguridad, Tecnología Flexible, Eficiencia y Data.</a:t>
              </a:r>
            </a:p>
            <a:p>
              <a:pPr>
                <a:buClr>
                  <a:srgbClr val="000000"/>
                </a:buClr>
                <a:buSzPts val="1100"/>
              </a:pPr>
              <a:endParaRPr lang="es-ES" sz="1200" ker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buClr>
                  <a:srgbClr val="000000"/>
                </a:buClr>
                <a:buSzPts val="1100"/>
              </a:pPr>
              <a:r>
                <a:rPr lang="es-ES" sz="1200" kern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Ayuda a direccionar nuestros esfuerzos para priorizar las tecnologías a adoptar y/o reemplazar basados en los requerimientos del negocio y las recomendaciones de los líderes de la industria.</a:t>
              </a:r>
              <a:endParaRPr sz="1200" ker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1626;p44">
              <a:extLst>
                <a:ext uri="{FF2B5EF4-FFF2-40B4-BE49-F238E27FC236}">
                  <a16:creationId xmlns:a16="http://schemas.microsoft.com/office/drawing/2014/main" id="{9F9B9AD4-A118-DE06-BC2B-DFED9B91B63F}"/>
                </a:ext>
              </a:extLst>
            </p:cNvPr>
            <p:cNvSpPr txBox="1"/>
            <p:nvPr/>
          </p:nvSpPr>
          <p:spPr>
            <a:xfrm>
              <a:off x="4513047" y="3002895"/>
              <a:ext cx="1802129" cy="3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s-PE" sz="1400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¿Qué beneficios nos brinda el Mapa Tecnológico (</a:t>
              </a:r>
              <a:r>
                <a:rPr lang="es-PE" sz="1400" kern="0" err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One</a:t>
              </a:r>
              <a:r>
                <a:rPr lang="es-PE" sz="1400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Page)?</a:t>
              </a:r>
              <a:endParaRPr sz="1400" kern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88" name="Google Shape;1627;p44">
              <a:extLst>
                <a:ext uri="{FF2B5EF4-FFF2-40B4-BE49-F238E27FC236}">
                  <a16:creationId xmlns:a16="http://schemas.microsoft.com/office/drawing/2014/main" id="{18E3D830-9558-5814-B0DA-AF289596B2C8}"/>
                </a:ext>
              </a:extLst>
            </p:cNvPr>
            <p:cNvCxnSpPr/>
            <p:nvPr/>
          </p:nvCxnSpPr>
          <p:spPr>
            <a:xfrm rot="10800000">
              <a:off x="3802025" y="3183795"/>
              <a:ext cx="624900" cy="0"/>
            </a:xfrm>
            <a:prstGeom prst="straightConnector1">
              <a:avLst/>
            </a:prstGeom>
            <a:noFill/>
            <a:ln w="19050" cap="flat" cmpd="sng">
              <a:solidFill>
                <a:srgbClr val="2B8597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122728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E4482-E49C-2DA4-53C1-2C850938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DOMINIO, SUBDOMINIO Y CAPABILTY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D140D6F-D475-D678-632E-DCCD99BA1421}"/>
              </a:ext>
            </a:extLst>
          </p:cNvPr>
          <p:cNvGrpSpPr/>
          <p:nvPr/>
        </p:nvGrpSpPr>
        <p:grpSpPr>
          <a:xfrm>
            <a:off x="612058" y="1932239"/>
            <a:ext cx="11039169" cy="4252251"/>
            <a:chOff x="612058" y="1932239"/>
            <a:chExt cx="11039169" cy="4252251"/>
          </a:xfrm>
        </p:grpSpPr>
        <p:grpSp>
          <p:nvGrpSpPr>
            <p:cNvPr id="176" name="Grupo 175">
              <a:extLst>
                <a:ext uri="{FF2B5EF4-FFF2-40B4-BE49-F238E27FC236}">
                  <a16:creationId xmlns:a16="http://schemas.microsoft.com/office/drawing/2014/main" id="{2548D97C-4548-073E-FA21-C0C9EE212BEE}"/>
                </a:ext>
              </a:extLst>
            </p:cNvPr>
            <p:cNvGrpSpPr/>
            <p:nvPr/>
          </p:nvGrpSpPr>
          <p:grpSpPr>
            <a:xfrm>
              <a:off x="612058" y="1932239"/>
              <a:ext cx="5667955" cy="3389853"/>
              <a:chOff x="1567008" y="4052436"/>
              <a:chExt cx="2250906" cy="1346207"/>
            </a:xfrm>
          </p:grpSpPr>
          <p:sp>
            <p:nvSpPr>
              <p:cNvPr id="96" name="Rectangle 192">
                <a:extLst>
                  <a:ext uri="{FF2B5EF4-FFF2-40B4-BE49-F238E27FC236}">
                    <a16:creationId xmlns:a16="http://schemas.microsoft.com/office/drawing/2014/main" id="{919FA2C6-E3C2-F4E1-F318-519A8953B9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68380" y="4346093"/>
                <a:ext cx="2249534" cy="10525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3296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7" name="Rectangle 18">
                <a:extLst>
                  <a:ext uri="{FF2B5EF4-FFF2-40B4-BE49-F238E27FC236}">
                    <a16:creationId xmlns:a16="http://schemas.microsoft.com/office/drawing/2014/main" id="{E6865163-3E6D-093A-A7D4-A10CAB587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67008" y="4052436"/>
                <a:ext cx="2249534" cy="29365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wrap="square" lIns="73472" tIns="73472" rIns="73472" bIns="73472" anchor="ctr" anchorCtr="0">
                <a:noAutofit/>
              </a:bodyPr>
              <a:lstStyle/>
              <a:p>
                <a:pPr marL="56691" marR="0" lvl="1" indent="0" algn="ctr" defTabSz="932962" rtl="0" eaLnBrk="1" fontAlgn="base" latinLnBrk="0" hangingPunct="1">
                  <a:lnSpc>
                    <a:spcPct val="100000"/>
                  </a:lnSpc>
                  <a:spcBef>
                    <a:spcPts val="3622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+mn-ea"/>
                    <a:cs typeface="+mn-cs"/>
                  </a:rPr>
                  <a:t>DOMINIO</a:t>
                </a:r>
              </a:p>
            </p:txBody>
          </p:sp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F3D9F3FE-07F3-EB89-83D7-6F3A5CEBEA94}"/>
                  </a:ext>
                </a:extLst>
              </p:cNvPr>
              <p:cNvSpPr/>
              <p:nvPr/>
            </p:nvSpPr>
            <p:spPr>
              <a:xfrm>
                <a:off x="1640100" y="4727838"/>
                <a:ext cx="687189" cy="285932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  <p:sp>
            <p:nvSpPr>
              <p:cNvPr id="99" name="Rectángulo 98">
                <a:extLst>
                  <a:ext uri="{FF2B5EF4-FFF2-40B4-BE49-F238E27FC236}">
                    <a16:creationId xmlns:a16="http://schemas.microsoft.com/office/drawing/2014/main" id="{7A17527C-74DC-C6CB-E06C-F2B51B6D4876}"/>
                  </a:ext>
                </a:extLst>
              </p:cNvPr>
              <p:cNvSpPr/>
              <p:nvPr/>
            </p:nvSpPr>
            <p:spPr>
              <a:xfrm>
                <a:off x="1640100" y="4394381"/>
                <a:ext cx="687189" cy="285932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  <a:endParaRPr kumimoji="0" lang="es-PE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255039A5-2829-FCC6-2075-CEAAC9257129}"/>
                  </a:ext>
                </a:extLst>
              </p:cNvPr>
              <p:cNvSpPr/>
              <p:nvPr/>
            </p:nvSpPr>
            <p:spPr>
              <a:xfrm>
                <a:off x="2362164" y="4727838"/>
                <a:ext cx="687189" cy="285932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  <p:sp>
            <p:nvSpPr>
              <p:cNvPr id="101" name="Rectángulo 100">
                <a:extLst>
                  <a:ext uri="{FF2B5EF4-FFF2-40B4-BE49-F238E27FC236}">
                    <a16:creationId xmlns:a16="http://schemas.microsoft.com/office/drawing/2014/main" id="{DD989D9B-61EA-A105-3F25-A897237FD16A}"/>
                  </a:ext>
                </a:extLst>
              </p:cNvPr>
              <p:cNvSpPr/>
              <p:nvPr/>
            </p:nvSpPr>
            <p:spPr>
              <a:xfrm>
                <a:off x="3084227" y="4394381"/>
                <a:ext cx="687189" cy="285932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  <p:sp>
            <p:nvSpPr>
              <p:cNvPr id="102" name="Rectángulo 101">
                <a:extLst>
                  <a:ext uri="{FF2B5EF4-FFF2-40B4-BE49-F238E27FC236}">
                    <a16:creationId xmlns:a16="http://schemas.microsoft.com/office/drawing/2014/main" id="{6A331811-200A-3E2F-8881-F1A4F344BAA7}"/>
                  </a:ext>
                </a:extLst>
              </p:cNvPr>
              <p:cNvSpPr/>
              <p:nvPr/>
            </p:nvSpPr>
            <p:spPr>
              <a:xfrm>
                <a:off x="1640100" y="5061296"/>
                <a:ext cx="687189" cy="285932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  <p:sp>
            <p:nvSpPr>
              <p:cNvPr id="103" name="Rectángulo 102">
                <a:extLst>
                  <a:ext uri="{FF2B5EF4-FFF2-40B4-BE49-F238E27FC236}">
                    <a16:creationId xmlns:a16="http://schemas.microsoft.com/office/drawing/2014/main" id="{FB1FA04B-913E-474E-8076-53A45EC0BB1A}"/>
                  </a:ext>
                </a:extLst>
              </p:cNvPr>
              <p:cNvSpPr/>
              <p:nvPr/>
            </p:nvSpPr>
            <p:spPr>
              <a:xfrm>
                <a:off x="2362164" y="4394381"/>
                <a:ext cx="687189" cy="285932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2E0A2E87-DDA8-AF7C-1B7B-623F6CA02F45}"/>
                  </a:ext>
                </a:extLst>
              </p:cNvPr>
              <p:cNvSpPr/>
              <p:nvPr/>
            </p:nvSpPr>
            <p:spPr>
              <a:xfrm>
                <a:off x="3084227" y="4727838"/>
                <a:ext cx="687189" cy="285932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  <p:sp>
            <p:nvSpPr>
              <p:cNvPr id="108" name="Rectángulo 107">
                <a:extLst>
                  <a:ext uri="{FF2B5EF4-FFF2-40B4-BE49-F238E27FC236}">
                    <a16:creationId xmlns:a16="http://schemas.microsoft.com/office/drawing/2014/main" id="{5E895642-93D6-0671-75C0-9F4D3E9E8D8B}"/>
                  </a:ext>
                </a:extLst>
              </p:cNvPr>
              <p:cNvSpPr/>
              <p:nvPr/>
            </p:nvSpPr>
            <p:spPr>
              <a:xfrm>
                <a:off x="3084227" y="5061296"/>
                <a:ext cx="687189" cy="285932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400" b="1">
                    <a:solidFill>
                      <a:schemeClr val="bg1"/>
                    </a:solidFill>
                    <a:latin typeface="Calibri" panose="020F0502020204030204"/>
                  </a:rPr>
                  <a:t>SUBDOMINIO</a:t>
                </a:r>
              </a:p>
            </p:txBody>
          </p:sp>
          <p:sp>
            <p:nvSpPr>
              <p:cNvPr id="141" name="Rectángulo 140">
                <a:extLst>
                  <a:ext uri="{FF2B5EF4-FFF2-40B4-BE49-F238E27FC236}">
                    <a16:creationId xmlns:a16="http://schemas.microsoft.com/office/drawing/2014/main" id="{D0044C3F-6CCA-74DF-30E1-1554DB857E8C}"/>
                  </a:ext>
                </a:extLst>
              </p:cNvPr>
              <p:cNvSpPr/>
              <p:nvPr/>
            </p:nvSpPr>
            <p:spPr>
              <a:xfrm>
                <a:off x="2362164" y="5061296"/>
                <a:ext cx="687189" cy="285932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SUBDOMINIO</a:t>
                </a:r>
              </a:p>
            </p:txBody>
          </p:sp>
        </p:grpSp>
        <p:graphicFrame>
          <p:nvGraphicFramePr>
            <p:cNvPr id="10" name="Diagrama 9">
              <a:extLst>
                <a:ext uri="{FF2B5EF4-FFF2-40B4-BE49-F238E27FC236}">
                  <a16:creationId xmlns:a16="http://schemas.microsoft.com/office/drawing/2014/main" id="{EAFCB998-349D-FF75-FEEE-D9271256888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25994091"/>
                </p:ext>
              </p:extLst>
            </p:nvPr>
          </p:nvGraphicFramePr>
          <p:xfrm>
            <a:off x="6863732" y="3633752"/>
            <a:ext cx="4787495" cy="245107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2" name="Abrir llave 11">
              <a:extLst>
                <a:ext uri="{FF2B5EF4-FFF2-40B4-BE49-F238E27FC236}">
                  <a16:creationId xmlns:a16="http://schemas.microsoft.com/office/drawing/2014/main" id="{1F95EB9E-1F9D-FA39-7125-978CA395483A}"/>
                </a:ext>
              </a:extLst>
            </p:cNvPr>
            <p:cNvSpPr/>
            <p:nvPr/>
          </p:nvSpPr>
          <p:spPr>
            <a:xfrm>
              <a:off x="6162928" y="3534088"/>
              <a:ext cx="1009199" cy="2650402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88766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4AF86-4F4C-0E85-4656-AAEE5794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CRITERIOS PARA EL ESTADO DEL SUBDOMINIO</a:t>
            </a:r>
            <a:endParaRPr lang="es-PE"/>
          </a:p>
        </p:txBody>
      </p:sp>
      <p:sp>
        <p:nvSpPr>
          <p:cNvPr id="14" name="Google Shape;693;p28">
            <a:extLst>
              <a:ext uri="{FF2B5EF4-FFF2-40B4-BE49-F238E27FC236}">
                <a16:creationId xmlns:a16="http://schemas.microsoft.com/office/drawing/2014/main" id="{D4364327-645B-E01D-86DA-EC5177974974}"/>
              </a:ext>
            </a:extLst>
          </p:cNvPr>
          <p:cNvSpPr txBox="1"/>
          <p:nvPr/>
        </p:nvSpPr>
        <p:spPr>
          <a:xfrm>
            <a:off x="3702131" y="2570583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Es cuando todos sus capabilities </a:t>
            </a:r>
            <a:r>
              <a:rPr lang="en" sz="1300" kern="0">
                <a:solidFill>
                  <a:srgbClr val="434343"/>
                </a:solidFill>
                <a:latin typeface="Fira Sans Extra Condensed Medium"/>
                <a:sym typeface="Fira Sans Extra Condensed Medium"/>
              </a:rPr>
              <a:t>están </a:t>
            </a:r>
            <a:r>
              <a:rPr lang="en" sz="1300" b="1" kern="0">
                <a:solidFill>
                  <a:schemeClr val="bg1"/>
                </a:solidFill>
                <a:highlight>
                  <a:srgbClr val="008000"/>
                </a:highlight>
                <a:latin typeface="Fira Sans Extra Condensed Medium"/>
                <a:sym typeface="Fira Sans Extra Condensed Medium"/>
              </a:rPr>
              <a:t>Cubiertos</a:t>
            </a:r>
            <a:r>
              <a:rPr lang="en" sz="1300" kern="0">
                <a:solidFill>
                  <a:srgbClr val="434343"/>
                </a:solidFill>
                <a:latin typeface="Fira Sans Extra Condensed Medium"/>
                <a:sym typeface="Fira Sans Extra Condensed Medium"/>
              </a:rPr>
              <a:t> 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y/o </a:t>
            </a:r>
            <a:r>
              <a:rPr lang="es-PE" sz="1300" b="1" kern="0">
                <a:solidFill>
                  <a:srgbClr val="434343"/>
                </a:solidFill>
                <a:highlight>
                  <a:srgbClr val="FFFF00"/>
                </a:highlight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Reemplazo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27731D7-3E7D-9C3F-B79E-65045A1F65B4}"/>
              </a:ext>
            </a:extLst>
          </p:cNvPr>
          <p:cNvGrpSpPr/>
          <p:nvPr/>
        </p:nvGrpSpPr>
        <p:grpSpPr>
          <a:xfrm>
            <a:off x="838200" y="2543436"/>
            <a:ext cx="2331048" cy="774295"/>
            <a:chOff x="446314" y="2122411"/>
            <a:chExt cx="2331048" cy="774295"/>
          </a:xfrm>
        </p:grpSpPr>
        <p:sp>
          <p:nvSpPr>
            <p:cNvPr id="13" name="Google Shape;692;p28">
              <a:extLst>
                <a:ext uri="{FF2B5EF4-FFF2-40B4-BE49-F238E27FC236}">
                  <a16:creationId xmlns:a16="http://schemas.microsoft.com/office/drawing/2014/main" id="{84489823-953D-78F2-BF7C-7FC65EC3A117}"/>
                </a:ext>
              </a:extLst>
            </p:cNvPr>
            <p:cNvSpPr/>
            <p:nvPr/>
          </p:nvSpPr>
          <p:spPr>
            <a:xfrm>
              <a:off x="977362" y="2122411"/>
              <a:ext cx="1800000" cy="77429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CUBIERTO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6" name="Google Shape;695;p28">
              <a:extLst>
                <a:ext uri="{FF2B5EF4-FFF2-40B4-BE49-F238E27FC236}">
                  <a16:creationId xmlns:a16="http://schemas.microsoft.com/office/drawing/2014/main" id="{A015FC5B-A322-2865-D38B-66B5BAFCDE9F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flipV="1">
              <a:off x="446314" y="2509559"/>
              <a:ext cx="531048" cy="2277"/>
            </a:xfrm>
            <a:prstGeom prst="straightConnector1">
              <a:avLst/>
            </a:prstGeom>
            <a:noFill/>
            <a:ln w="9525" cap="flat" cmpd="sng">
              <a:solidFill>
                <a:srgbClr val="00B050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sp>
        <p:nvSpPr>
          <p:cNvPr id="27" name="Google Shape;706;p28">
            <a:extLst>
              <a:ext uri="{FF2B5EF4-FFF2-40B4-BE49-F238E27FC236}">
                <a16:creationId xmlns:a16="http://schemas.microsoft.com/office/drawing/2014/main" id="{3D64E8FA-235B-FC88-1DDB-1EB196BB23E7}"/>
              </a:ext>
            </a:extLst>
          </p:cNvPr>
          <p:cNvSpPr txBox="1"/>
          <p:nvPr/>
        </p:nvSpPr>
        <p:spPr>
          <a:xfrm>
            <a:off x="3702131" y="3564444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Es cuando al menos un </a:t>
            </a:r>
            <a:r>
              <a:rPr kumimoji="0" lang="es-PE" sz="1300" b="0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Capability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, </a:t>
            </a:r>
            <a:r>
              <a:rPr lang="es-PE" sz="1300" b="1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pero n</a:t>
            </a:r>
            <a:r>
              <a:rPr kumimoji="0" lang="es-PE" sz="13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 todos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, 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se encuentra </a:t>
            </a:r>
            <a:r>
              <a:rPr lang="es-PE" sz="1300" b="1" kern="0">
                <a:solidFill>
                  <a:schemeClr val="bg1"/>
                </a:solidFill>
                <a:highlight>
                  <a:srgbClr val="008000"/>
                </a:highlight>
                <a:latin typeface="Fira Sans Extra Condensed Medium"/>
                <a:sym typeface="Fira Sans Extra Condensed Medium"/>
              </a:rPr>
              <a:t>Cubierto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y/o </a:t>
            </a:r>
            <a:r>
              <a:rPr lang="es-PE" sz="1300" b="1" kern="0">
                <a:solidFill>
                  <a:srgbClr val="434343"/>
                </a:solidFill>
                <a:highlight>
                  <a:srgbClr val="FFFF00"/>
                </a:highlight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Reemplazo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.</a:t>
            </a:r>
            <a:endParaRPr kumimoji="0" lang="es-PE" sz="13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B313CF3-1718-D6C1-CCF3-4712507AE37C}"/>
              </a:ext>
            </a:extLst>
          </p:cNvPr>
          <p:cNvGrpSpPr/>
          <p:nvPr/>
        </p:nvGrpSpPr>
        <p:grpSpPr>
          <a:xfrm>
            <a:off x="838200" y="3537297"/>
            <a:ext cx="2331047" cy="774295"/>
            <a:chOff x="446314" y="3256614"/>
            <a:chExt cx="2331047" cy="774295"/>
          </a:xfrm>
        </p:grpSpPr>
        <p:sp>
          <p:nvSpPr>
            <p:cNvPr id="29" name="Google Shape;708;p28">
              <a:extLst>
                <a:ext uri="{FF2B5EF4-FFF2-40B4-BE49-F238E27FC236}">
                  <a16:creationId xmlns:a16="http://schemas.microsoft.com/office/drawing/2014/main" id="{16BA13A8-2263-7CC2-22F6-CD97AFFEDBFE}"/>
                </a:ext>
              </a:extLst>
            </p:cNvPr>
            <p:cNvSpPr/>
            <p:nvPr/>
          </p:nvSpPr>
          <p:spPr>
            <a:xfrm>
              <a:off x="977361" y="3256614"/>
              <a:ext cx="1800000" cy="77429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PARCIALMENTE CUBIERTO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709;p28">
              <a:extLst>
                <a:ext uri="{FF2B5EF4-FFF2-40B4-BE49-F238E27FC236}">
                  <a16:creationId xmlns:a16="http://schemas.microsoft.com/office/drawing/2014/main" id="{6FAEFFA0-6A6D-C8F1-EB74-FDD16051F997}"/>
                </a:ext>
              </a:extLst>
            </p:cNvPr>
            <p:cNvCxnSpPr/>
            <p:nvPr/>
          </p:nvCxnSpPr>
          <p:spPr>
            <a:xfrm rot="10800000" flipH="1">
              <a:off x="446314" y="3642615"/>
              <a:ext cx="531047" cy="2276"/>
            </a:xfrm>
            <a:prstGeom prst="straightConnector1">
              <a:avLst/>
            </a:prstGeom>
            <a:noFill/>
            <a:ln w="9525" cap="flat" cmpd="sng">
              <a:solidFill>
                <a:srgbClr val="03C3BA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sp>
        <p:nvSpPr>
          <p:cNvPr id="33" name="Google Shape;712;p28">
            <a:extLst>
              <a:ext uri="{FF2B5EF4-FFF2-40B4-BE49-F238E27FC236}">
                <a16:creationId xmlns:a16="http://schemas.microsoft.com/office/drawing/2014/main" id="{CA403868-1BC1-0DE7-06C4-2E2C55C17527}"/>
              </a:ext>
            </a:extLst>
          </p:cNvPr>
          <p:cNvSpPr txBox="1"/>
          <p:nvPr/>
        </p:nvSpPr>
        <p:spPr>
          <a:xfrm>
            <a:off x="3702131" y="4558305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Es cuando al menos un </a:t>
            </a:r>
            <a:r>
              <a:rPr kumimoji="0" lang="es-PE" sz="1300" b="0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Capability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se encuentra en 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sym typeface="Fira Sans Extra Condensed Medium"/>
              </a:rPr>
              <a:t>estado </a:t>
            </a:r>
            <a:r>
              <a:rPr lang="es-PE" sz="1300" b="1" kern="0">
                <a:solidFill>
                  <a:schemeClr val="bg1"/>
                </a:solidFill>
                <a:highlight>
                  <a:srgbClr val="00B0F0"/>
                </a:highlight>
                <a:latin typeface="Fira Sans Extra Condensed Medium"/>
                <a:sym typeface="Fira Sans Extra Condensed Medium"/>
              </a:rPr>
              <a:t>Nuevo/ En Adopción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y el resto en </a:t>
            </a:r>
            <a:r>
              <a:rPr lang="es-PE" sz="1300" b="1" kern="0">
                <a:solidFill>
                  <a:schemeClr val="bg1"/>
                </a:solidFill>
                <a:highlight>
                  <a:srgbClr val="EC3A3B"/>
                </a:highlight>
                <a:latin typeface="Fira Sans Extra Condensed Medium"/>
                <a:sym typeface="Fira Sans Extra Condensed Medium"/>
              </a:rPr>
              <a:t>No Cubierto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.</a:t>
            </a:r>
            <a:endParaRPr kumimoji="0" lang="es-PE" sz="13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5C2574D-BBEC-7CAD-8C4B-6F743016E022}"/>
              </a:ext>
            </a:extLst>
          </p:cNvPr>
          <p:cNvGrpSpPr/>
          <p:nvPr/>
        </p:nvGrpSpPr>
        <p:grpSpPr>
          <a:xfrm>
            <a:off x="838200" y="4531158"/>
            <a:ext cx="2331047" cy="774295"/>
            <a:chOff x="446314" y="4390817"/>
            <a:chExt cx="2331047" cy="774295"/>
          </a:xfrm>
        </p:grpSpPr>
        <p:sp>
          <p:nvSpPr>
            <p:cNvPr id="35" name="Google Shape;714;p28">
              <a:extLst>
                <a:ext uri="{FF2B5EF4-FFF2-40B4-BE49-F238E27FC236}">
                  <a16:creationId xmlns:a16="http://schemas.microsoft.com/office/drawing/2014/main" id="{1C6D3CC8-CDBA-D325-0A73-5E4064056D27}"/>
                </a:ext>
              </a:extLst>
            </p:cNvPr>
            <p:cNvSpPr/>
            <p:nvPr/>
          </p:nvSpPr>
          <p:spPr>
            <a:xfrm>
              <a:off x="977361" y="4390817"/>
              <a:ext cx="1800000" cy="77429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kumimoji="0" lang="es-PE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NUEVO / EN ADOPCIÓN</a:t>
              </a:r>
              <a:endParaRPr kumimoji="0" lang="es-PE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6" name="Google Shape;715;p28">
              <a:extLst>
                <a:ext uri="{FF2B5EF4-FFF2-40B4-BE49-F238E27FC236}">
                  <a16:creationId xmlns:a16="http://schemas.microsoft.com/office/drawing/2014/main" id="{0A3E9295-7ED7-CE0D-D8EE-03544EB79D1A}"/>
                </a:ext>
              </a:extLst>
            </p:cNvPr>
            <p:cNvCxnSpPr/>
            <p:nvPr/>
          </p:nvCxnSpPr>
          <p:spPr>
            <a:xfrm rot="10800000" flipH="1">
              <a:off x="446314" y="4783001"/>
              <a:ext cx="531047" cy="2276"/>
            </a:xfrm>
            <a:prstGeom prst="straightConnector1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sp>
        <p:nvSpPr>
          <p:cNvPr id="42" name="Google Shape;721;p28">
            <a:extLst>
              <a:ext uri="{FF2B5EF4-FFF2-40B4-BE49-F238E27FC236}">
                <a16:creationId xmlns:a16="http://schemas.microsoft.com/office/drawing/2014/main" id="{283F0D99-EB6F-FE2B-E6A6-FF20237E51E0}"/>
              </a:ext>
            </a:extLst>
          </p:cNvPr>
          <p:cNvSpPr txBox="1"/>
          <p:nvPr/>
        </p:nvSpPr>
        <p:spPr>
          <a:xfrm>
            <a:off x="3705791" y="5552167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Es cuando todos sus </a:t>
            </a:r>
            <a:r>
              <a:rPr kumimoji="0" lang="es-PE" sz="1300" b="0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Capabilities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están en estado </a:t>
            </a:r>
            <a:r>
              <a:rPr lang="es-PE" sz="1300" b="1" kern="0">
                <a:solidFill>
                  <a:schemeClr val="bg1"/>
                </a:solidFill>
                <a:highlight>
                  <a:srgbClr val="EC3A3B"/>
                </a:highlight>
                <a:latin typeface="Fira Sans Extra Condensed Medium"/>
                <a:sym typeface="Fira Sans Extra Condensed Medium"/>
              </a:rPr>
              <a:t>No Cubierto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DE615CF-CBEF-AB2F-57C5-3C86440E79DE}"/>
              </a:ext>
            </a:extLst>
          </p:cNvPr>
          <p:cNvGrpSpPr/>
          <p:nvPr/>
        </p:nvGrpSpPr>
        <p:grpSpPr>
          <a:xfrm>
            <a:off x="838200" y="5525020"/>
            <a:ext cx="2331047" cy="774295"/>
            <a:chOff x="446314" y="5525020"/>
            <a:chExt cx="2331047" cy="774295"/>
          </a:xfrm>
        </p:grpSpPr>
        <p:sp>
          <p:nvSpPr>
            <p:cNvPr id="44" name="Google Shape;723;p28">
              <a:extLst>
                <a:ext uri="{FF2B5EF4-FFF2-40B4-BE49-F238E27FC236}">
                  <a16:creationId xmlns:a16="http://schemas.microsoft.com/office/drawing/2014/main" id="{68FEDF4A-FE89-5BA1-67F3-BC230443EAA1}"/>
                </a:ext>
              </a:extLst>
            </p:cNvPr>
            <p:cNvSpPr/>
            <p:nvPr/>
          </p:nvSpPr>
          <p:spPr>
            <a:xfrm>
              <a:off x="977361" y="5525020"/>
              <a:ext cx="1800000" cy="77429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NO CUBIERTO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5" name="Google Shape;724;p28">
              <a:extLst>
                <a:ext uri="{FF2B5EF4-FFF2-40B4-BE49-F238E27FC236}">
                  <a16:creationId xmlns:a16="http://schemas.microsoft.com/office/drawing/2014/main" id="{084721D0-C713-F15F-64FD-4AD000FB9B79}"/>
                </a:ext>
              </a:extLst>
            </p:cNvPr>
            <p:cNvCxnSpPr/>
            <p:nvPr/>
          </p:nvCxnSpPr>
          <p:spPr>
            <a:xfrm rot="10800000" flipH="1">
              <a:off x="446314" y="5911029"/>
              <a:ext cx="531047" cy="2276"/>
            </a:xfrm>
            <a:prstGeom prst="straightConnector1">
              <a:avLst/>
            </a:prstGeom>
            <a:noFill/>
            <a:ln w="9525" cap="flat" cmpd="sng">
              <a:solidFill>
                <a:srgbClr val="EC3A3B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cxnSp>
        <p:nvCxnSpPr>
          <p:cNvPr id="3" name="Google Shape;1617;p44">
            <a:extLst>
              <a:ext uri="{FF2B5EF4-FFF2-40B4-BE49-F238E27FC236}">
                <a16:creationId xmlns:a16="http://schemas.microsoft.com/office/drawing/2014/main" id="{E3856041-2FB8-7BD4-6B89-461D9585B30A}"/>
              </a:ext>
            </a:extLst>
          </p:cNvPr>
          <p:cNvCxnSpPr>
            <a:cxnSpLocks/>
          </p:cNvCxnSpPr>
          <p:nvPr/>
        </p:nvCxnSpPr>
        <p:spPr>
          <a:xfrm flipV="1">
            <a:off x="3413927" y="2425959"/>
            <a:ext cx="0" cy="3960000"/>
          </a:xfrm>
          <a:prstGeom prst="straightConnector1">
            <a:avLst/>
          </a:prstGeom>
          <a:noFill/>
          <a:ln w="19050" cap="flat" cmpd="sng">
            <a:solidFill>
              <a:srgbClr val="4F67A2"/>
            </a:solidFill>
            <a:prstDash val="lgDash"/>
            <a:round/>
            <a:headEnd type="oval" w="med" len="med"/>
            <a:tailEnd type="oval" w="med" len="med"/>
          </a:ln>
        </p:spPr>
      </p:cxnSp>
      <p:grpSp>
        <p:nvGrpSpPr>
          <p:cNvPr id="26" name="Google Shape;354;p22">
            <a:extLst>
              <a:ext uri="{FF2B5EF4-FFF2-40B4-BE49-F238E27FC236}">
                <a16:creationId xmlns:a16="http://schemas.microsoft.com/office/drawing/2014/main" id="{2C9D8F99-FC46-581D-8E0D-99BC33A91A8B}"/>
              </a:ext>
            </a:extLst>
          </p:cNvPr>
          <p:cNvGrpSpPr/>
          <p:nvPr/>
        </p:nvGrpSpPr>
        <p:grpSpPr>
          <a:xfrm>
            <a:off x="5149279" y="1964549"/>
            <a:ext cx="3575647" cy="361479"/>
            <a:chOff x="3557650" y="1302663"/>
            <a:chExt cx="3507600" cy="354600"/>
          </a:xfrm>
        </p:grpSpPr>
        <p:sp>
          <p:nvSpPr>
            <p:cNvPr id="28" name="Google Shape;355;p22">
              <a:extLst>
                <a:ext uri="{FF2B5EF4-FFF2-40B4-BE49-F238E27FC236}">
                  <a16:creationId xmlns:a16="http://schemas.microsoft.com/office/drawing/2014/main" id="{37F16926-6901-E96C-F2F1-FDB16E3DB8F0}"/>
                </a:ext>
              </a:extLst>
            </p:cNvPr>
            <p:cNvSpPr/>
            <p:nvPr/>
          </p:nvSpPr>
          <p:spPr>
            <a:xfrm>
              <a:off x="3557650" y="1304913"/>
              <a:ext cx="3507600" cy="3501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356;p22">
              <a:extLst>
                <a:ext uri="{FF2B5EF4-FFF2-40B4-BE49-F238E27FC236}">
                  <a16:creationId xmlns:a16="http://schemas.microsoft.com/office/drawing/2014/main" id="{DC9A9F25-921A-FDB6-7CA2-369F6AEF334C}"/>
                </a:ext>
              </a:extLst>
            </p:cNvPr>
            <p:cNvSpPr txBox="1"/>
            <p:nvPr/>
          </p:nvSpPr>
          <p:spPr>
            <a:xfrm>
              <a:off x="4712650" y="1302663"/>
              <a:ext cx="1197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Criterios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2" name="Google Shape;357;p22">
            <a:extLst>
              <a:ext uri="{FF2B5EF4-FFF2-40B4-BE49-F238E27FC236}">
                <a16:creationId xmlns:a16="http://schemas.microsoft.com/office/drawing/2014/main" id="{F3694FBB-73EF-3188-831F-AA7327C4B1F6}"/>
              </a:ext>
            </a:extLst>
          </p:cNvPr>
          <p:cNvGrpSpPr/>
          <p:nvPr/>
        </p:nvGrpSpPr>
        <p:grpSpPr>
          <a:xfrm>
            <a:off x="1564397" y="1964549"/>
            <a:ext cx="1409700" cy="361500"/>
            <a:chOff x="1276713" y="1235964"/>
            <a:chExt cx="1409700" cy="361500"/>
          </a:xfrm>
        </p:grpSpPr>
        <p:sp>
          <p:nvSpPr>
            <p:cNvPr id="34" name="Google Shape;358;p22">
              <a:extLst>
                <a:ext uri="{FF2B5EF4-FFF2-40B4-BE49-F238E27FC236}">
                  <a16:creationId xmlns:a16="http://schemas.microsoft.com/office/drawing/2014/main" id="{F2234DD5-A138-EDCD-4823-5E86B8455FA7}"/>
                </a:ext>
              </a:extLst>
            </p:cNvPr>
            <p:cNvSpPr/>
            <p:nvPr/>
          </p:nvSpPr>
          <p:spPr>
            <a:xfrm>
              <a:off x="1276713" y="1238104"/>
              <a:ext cx="1409700" cy="3573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59;p22">
              <a:extLst>
                <a:ext uri="{FF2B5EF4-FFF2-40B4-BE49-F238E27FC236}">
                  <a16:creationId xmlns:a16="http://schemas.microsoft.com/office/drawing/2014/main" id="{F2B9C53D-B801-8E29-B549-990AEF99A56C}"/>
                </a:ext>
              </a:extLst>
            </p:cNvPr>
            <p:cNvSpPr txBox="1"/>
            <p:nvPr/>
          </p:nvSpPr>
          <p:spPr>
            <a:xfrm>
              <a:off x="1371211" y="1235964"/>
              <a:ext cx="1220700" cy="36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Estado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43" name="Google Shape;706;p28">
            <a:extLst>
              <a:ext uri="{FF2B5EF4-FFF2-40B4-BE49-F238E27FC236}">
                <a16:creationId xmlns:a16="http://schemas.microsoft.com/office/drawing/2014/main" id="{2E5E1293-B06C-08C1-1B10-C0027D515FA4}"/>
              </a:ext>
            </a:extLst>
          </p:cNvPr>
          <p:cNvSpPr txBox="1"/>
          <p:nvPr/>
        </p:nvSpPr>
        <p:spPr>
          <a:xfrm>
            <a:off x="9397654" y="2425959"/>
            <a:ext cx="1956145" cy="3960000"/>
          </a:xfrm>
          <a:prstGeom prst="rect">
            <a:avLst/>
          </a:prstGeom>
          <a:solidFill>
            <a:srgbClr val="FFFCC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Al identificar un nuevo 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</a:t>
            </a:r>
            <a:r>
              <a:rPr kumimoji="0" lang="es-PE" sz="1300" b="0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apability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nace en “</a:t>
            </a:r>
            <a:r>
              <a:rPr kumimoji="0" lang="es-PE" sz="13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 Cubierto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”</a:t>
            </a: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Si un </a:t>
            </a:r>
            <a:r>
              <a:rPr lang="es-PE" sz="1300" kern="0" err="1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capability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se transforma completamente es muy probable que implique que nazca un nuevo </a:t>
            </a:r>
            <a:r>
              <a:rPr lang="es-PE" sz="1300" kern="0" err="1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Capability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“</a:t>
            </a:r>
            <a:r>
              <a:rPr kumimoji="0" lang="es-PE" sz="13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 Cubierto</a:t>
            </a:r>
            <a:r>
              <a:rPr kumimoji="0" lang="es-PE" sz="13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”</a:t>
            </a: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Si un </a:t>
            </a:r>
            <a:r>
              <a:rPr lang="es-PE" sz="1300" kern="0" err="1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Capability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evoluciona en alcance el estado cambia a “</a:t>
            </a:r>
            <a:r>
              <a:rPr lang="es-PE" sz="1300" b="1" kern="0">
                <a:solidFill>
                  <a:srgbClr val="434343"/>
                </a:solidFill>
                <a:highlight>
                  <a:srgbClr val="FFFF00"/>
                </a:highlight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Reemplazo</a:t>
            </a:r>
            <a:r>
              <a:rPr lang="es-PE" sz="13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” porque ese alcance adicional se requiere cubrir con una o más tecnologías.</a:t>
            </a:r>
            <a:endParaRPr kumimoji="0" lang="es-PE" sz="13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>
              <a:buClr>
                <a:srgbClr val="000000"/>
              </a:buClr>
            </a:pPr>
            <a:endParaRPr kumimoji="0" lang="es-PE" sz="13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6" name="Google Shape;1617;p44">
            <a:extLst>
              <a:ext uri="{FF2B5EF4-FFF2-40B4-BE49-F238E27FC236}">
                <a16:creationId xmlns:a16="http://schemas.microsoft.com/office/drawing/2014/main" id="{75032E94-FB7A-1726-86D8-D7453E4BE413}"/>
              </a:ext>
            </a:extLst>
          </p:cNvPr>
          <p:cNvCxnSpPr>
            <a:cxnSpLocks/>
          </p:cNvCxnSpPr>
          <p:nvPr/>
        </p:nvCxnSpPr>
        <p:spPr>
          <a:xfrm flipV="1">
            <a:off x="9102131" y="2425959"/>
            <a:ext cx="0" cy="3960000"/>
          </a:xfrm>
          <a:prstGeom prst="straightConnector1">
            <a:avLst/>
          </a:prstGeom>
          <a:noFill/>
          <a:ln w="19050" cap="flat" cmpd="sng">
            <a:solidFill>
              <a:srgbClr val="4F67A2"/>
            </a:solidFill>
            <a:prstDash val="lgDash"/>
            <a:round/>
            <a:headEnd type="oval" w="med" len="med"/>
            <a:tailEnd type="oval" w="med" len="med"/>
          </a:ln>
        </p:spPr>
      </p:cxnSp>
      <p:grpSp>
        <p:nvGrpSpPr>
          <p:cNvPr id="47" name="Google Shape;354;p22">
            <a:extLst>
              <a:ext uri="{FF2B5EF4-FFF2-40B4-BE49-F238E27FC236}">
                <a16:creationId xmlns:a16="http://schemas.microsoft.com/office/drawing/2014/main" id="{A51EAC67-6C38-7D3F-112E-671939343C4D}"/>
              </a:ext>
            </a:extLst>
          </p:cNvPr>
          <p:cNvGrpSpPr/>
          <p:nvPr/>
        </p:nvGrpSpPr>
        <p:grpSpPr>
          <a:xfrm>
            <a:off x="9397654" y="1964549"/>
            <a:ext cx="1956145" cy="361479"/>
            <a:chOff x="3557650" y="1302663"/>
            <a:chExt cx="3507600" cy="354600"/>
          </a:xfrm>
        </p:grpSpPr>
        <p:sp>
          <p:nvSpPr>
            <p:cNvPr id="48" name="Google Shape;355;p22">
              <a:extLst>
                <a:ext uri="{FF2B5EF4-FFF2-40B4-BE49-F238E27FC236}">
                  <a16:creationId xmlns:a16="http://schemas.microsoft.com/office/drawing/2014/main" id="{BBCF4C7F-5816-DC66-E44C-1C8B27BC572A}"/>
                </a:ext>
              </a:extLst>
            </p:cNvPr>
            <p:cNvSpPr/>
            <p:nvPr/>
          </p:nvSpPr>
          <p:spPr>
            <a:xfrm>
              <a:off x="3557650" y="1304913"/>
              <a:ext cx="3507600" cy="3501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356;p22">
              <a:extLst>
                <a:ext uri="{FF2B5EF4-FFF2-40B4-BE49-F238E27FC236}">
                  <a16:creationId xmlns:a16="http://schemas.microsoft.com/office/drawing/2014/main" id="{E5F9ECC6-4469-2336-38C8-97F49A85A6A5}"/>
                </a:ext>
              </a:extLst>
            </p:cNvPr>
            <p:cNvSpPr txBox="1"/>
            <p:nvPr/>
          </p:nvSpPr>
          <p:spPr>
            <a:xfrm>
              <a:off x="3745118" y="1302663"/>
              <a:ext cx="3132666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Consideraciones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7778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0E011F8-BA02-5CA3-77AD-48E2A544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CRITERIOS PARA EL ESTADO DEL CAPABILITY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2EF4A58-7B12-8366-7AA1-45E9CC401566}"/>
              </a:ext>
            </a:extLst>
          </p:cNvPr>
          <p:cNvGrpSpPr/>
          <p:nvPr/>
        </p:nvGrpSpPr>
        <p:grpSpPr>
          <a:xfrm>
            <a:off x="2028899" y="1838483"/>
            <a:ext cx="8062998" cy="4457041"/>
            <a:chOff x="2028899" y="1838483"/>
            <a:chExt cx="8062998" cy="4457041"/>
          </a:xfrm>
        </p:grpSpPr>
        <p:grpSp>
          <p:nvGrpSpPr>
            <p:cNvPr id="114" name="Google Shape;546;p24">
              <a:extLst>
                <a:ext uri="{FF2B5EF4-FFF2-40B4-BE49-F238E27FC236}">
                  <a16:creationId xmlns:a16="http://schemas.microsoft.com/office/drawing/2014/main" id="{A2C8170C-4E3F-233C-7A7C-7726DAAB4700}"/>
                </a:ext>
              </a:extLst>
            </p:cNvPr>
            <p:cNvGrpSpPr/>
            <p:nvPr/>
          </p:nvGrpSpPr>
          <p:grpSpPr>
            <a:xfrm>
              <a:off x="2028899" y="1936596"/>
              <a:ext cx="3621129" cy="2006084"/>
              <a:chOff x="1303652" y="1208166"/>
              <a:chExt cx="2908673" cy="1611388"/>
            </a:xfrm>
          </p:grpSpPr>
          <p:sp>
            <p:nvSpPr>
              <p:cNvPr id="137" name="Google Shape;547;p24">
                <a:extLst>
                  <a:ext uri="{FF2B5EF4-FFF2-40B4-BE49-F238E27FC236}">
                    <a16:creationId xmlns:a16="http://schemas.microsoft.com/office/drawing/2014/main" id="{0ADA640A-13A1-7FB2-EBA7-EFDC2AB4106E}"/>
                  </a:ext>
                </a:extLst>
              </p:cNvPr>
              <p:cNvSpPr/>
              <p:nvPr/>
            </p:nvSpPr>
            <p:spPr>
              <a:xfrm rot="-5400000">
                <a:off x="1423877" y="1203098"/>
                <a:ext cx="1140288" cy="1150424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957" extrusionOk="0">
                    <a:moveTo>
                      <a:pt x="0" y="1"/>
                    </a:moveTo>
                    <a:lnTo>
                      <a:pt x="0" y="3347"/>
                    </a:lnTo>
                    <a:lnTo>
                      <a:pt x="26611" y="29957"/>
                    </a:lnTo>
                    <a:lnTo>
                      <a:pt x="29694" y="29957"/>
                    </a:lnTo>
                    <a:lnTo>
                      <a:pt x="28278" y="26266"/>
                    </a:lnTo>
                    <a:lnTo>
                      <a:pt x="3012" y="6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9B5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548;p24">
                <a:extLst>
                  <a:ext uri="{FF2B5EF4-FFF2-40B4-BE49-F238E27FC236}">
                    <a16:creationId xmlns:a16="http://schemas.microsoft.com/office/drawing/2014/main" id="{C7EB0A05-B770-8A22-CB0C-A70E157E2B2D}"/>
                  </a:ext>
                </a:extLst>
              </p:cNvPr>
              <p:cNvSpPr/>
              <p:nvPr/>
            </p:nvSpPr>
            <p:spPr>
              <a:xfrm>
                <a:off x="1535514" y="1320177"/>
                <a:ext cx="2676811" cy="1499377"/>
              </a:xfrm>
              <a:custGeom>
                <a:avLst/>
                <a:gdLst/>
                <a:ahLst/>
                <a:cxnLst/>
                <a:rect l="l" t="t" r="r" b="b"/>
                <a:pathLst>
                  <a:path w="102668" h="57508" extrusionOk="0">
                    <a:moveTo>
                      <a:pt x="2596" y="0"/>
                    </a:moveTo>
                    <a:cubicBezTo>
                      <a:pt x="1167" y="0"/>
                      <a:pt x="0" y="1155"/>
                      <a:pt x="0" y="2584"/>
                    </a:cubicBezTo>
                    <a:lnTo>
                      <a:pt x="0" y="54924"/>
                    </a:lnTo>
                    <a:cubicBezTo>
                      <a:pt x="0" y="56353"/>
                      <a:pt x="1167" y="57508"/>
                      <a:pt x="2596" y="57508"/>
                    </a:cubicBezTo>
                    <a:lnTo>
                      <a:pt x="100072" y="57508"/>
                    </a:lnTo>
                    <a:cubicBezTo>
                      <a:pt x="101501" y="57508"/>
                      <a:pt x="102668" y="56353"/>
                      <a:pt x="102668" y="54924"/>
                    </a:cubicBezTo>
                    <a:lnTo>
                      <a:pt x="102668" y="2584"/>
                    </a:lnTo>
                    <a:cubicBezTo>
                      <a:pt x="102668" y="1155"/>
                      <a:pt x="101501" y="0"/>
                      <a:pt x="100072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548625" tIns="91425" rIns="5486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s-ES" sz="1200" kern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Es cuando el </a:t>
                </a:r>
                <a:r>
                  <a:rPr lang="es-ES" sz="1200" kern="0" err="1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capability</a:t>
                </a:r>
                <a:r>
                  <a:rPr lang="es-ES" sz="1200" kern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 está cubierto por al menos un producto/tecnología registrada en CVT Full Vigente.</a:t>
                </a:r>
              </a:p>
            </p:txBody>
          </p:sp>
          <p:sp>
            <p:nvSpPr>
              <p:cNvPr id="139" name="Google Shape;549;p24">
                <a:extLst>
                  <a:ext uri="{FF2B5EF4-FFF2-40B4-BE49-F238E27FC236}">
                    <a16:creationId xmlns:a16="http://schemas.microsoft.com/office/drawing/2014/main" id="{DC3D138C-06BE-458A-258F-58690890390A}"/>
                  </a:ext>
                </a:extLst>
              </p:cNvPr>
              <p:cNvSpPr/>
              <p:nvPr/>
            </p:nvSpPr>
            <p:spPr>
              <a:xfrm rot="-5400000">
                <a:off x="1422053" y="1204922"/>
                <a:ext cx="1140288" cy="1146775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862" extrusionOk="0">
                    <a:moveTo>
                      <a:pt x="0" y="1"/>
                    </a:moveTo>
                    <a:lnTo>
                      <a:pt x="29694" y="29862"/>
                    </a:lnTo>
                    <a:lnTo>
                      <a:pt x="29694" y="16170"/>
                    </a:lnTo>
                    <a:lnTo>
                      <a:pt x="13526" y="1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550;p24">
                <a:extLst>
                  <a:ext uri="{FF2B5EF4-FFF2-40B4-BE49-F238E27FC236}">
                    <a16:creationId xmlns:a16="http://schemas.microsoft.com/office/drawing/2014/main" id="{AA812E3E-3B0D-CDBF-4934-454240BC6BB9}"/>
                  </a:ext>
                </a:extLst>
              </p:cNvPr>
              <p:cNvSpPr txBox="1"/>
              <p:nvPr/>
            </p:nvSpPr>
            <p:spPr>
              <a:xfrm rot="-2700000">
                <a:off x="1303652" y="1500868"/>
                <a:ext cx="1111996" cy="298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1500" kern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CUBIERTO</a:t>
                </a:r>
                <a:endParaRPr sz="1500" kern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15" name="Google Shape;551;p24">
              <a:extLst>
                <a:ext uri="{FF2B5EF4-FFF2-40B4-BE49-F238E27FC236}">
                  <a16:creationId xmlns:a16="http://schemas.microsoft.com/office/drawing/2014/main" id="{7D71465B-115F-2C0C-9185-5FDEE3A908D7}"/>
                </a:ext>
              </a:extLst>
            </p:cNvPr>
            <p:cNvGrpSpPr/>
            <p:nvPr/>
          </p:nvGrpSpPr>
          <p:grpSpPr>
            <a:xfrm>
              <a:off x="6522173" y="1838483"/>
              <a:ext cx="3569724" cy="2104198"/>
              <a:chOff x="4912876" y="1129357"/>
              <a:chExt cx="2867382" cy="1690198"/>
            </a:xfrm>
          </p:grpSpPr>
          <p:sp>
            <p:nvSpPr>
              <p:cNvPr id="133" name="Google Shape;552;p24">
                <a:extLst>
                  <a:ext uri="{FF2B5EF4-FFF2-40B4-BE49-F238E27FC236}">
                    <a16:creationId xmlns:a16="http://schemas.microsoft.com/office/drawing/2014/main" id="{C84FAE10-9A3F-600D-EF83-322971EA1D11}"/>
                  </a:ext>
                </a:extLst>
              </p:cNvPr>
              <p:cNvSpPr/>
              <p:nvPr/>
            </p:nvSpPr>
            <p:spPr>
              <a:xfrm>
                <a:off x="6550275" y="1188539"/>
                <a:ext cx="1171394" cy="1181804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957" extrusionOk="0">
                    <a:moveTo>
                      <a:pt x="0" y="1"/>
                    </a:moveTo>
                    <a:lnTo>
                      <a:pt x="0" y="3347"/>
                    </a:lnTo>
                    <a:lnTo>
                      <a:pt x="26611" y="29957"/>
                    </a:lnTo>
                    <a:lnTo>
                      <a:pt x="29694" y="29957"/>
                    </a:lnTo>
                    <a:lnTo>
                      <a:pt x="28278" y="26266"/>
                    </a:lnTo>
                    <a:lnTo>
                      <a:pt x="3012" y="6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7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553;p24">
                <a:extLst>
                  <a:ext uri="{FF2B5EF4-FFF2-40B4-BE49-F238E27FC236}">
                    <a16:creationId xmlns:a16="http://schemas.microsoft.com/office/drawing/2014/main" id="{A5B02C4F-036F-63EE-F6A6-7A3FB4CFAF77}"/>
                  </a:ext>
                </a:extLst>
              </p:cNvPr>
              <p:cNvSpPr/>
              <p:nvPr/>
            </p:nvSpPr>
            <p:spPr>
              <a:xfrm>
                <a:off x="4912876" y="1320177"/>
                <a:ext cx="2676811" cy="1499377"/>
              </a:xfrm>
              <a:custGeom>
                <a:avLst/>
                <a:gdLst/>
                <a:ahLst/>
                <a:cxnLst/>
                <a:rect l="l" t="t" r="r" b="b"/>
                <a:pathLst>
                  <a:path w="102668" h="57508" extrusionOk="0">
                    <a:moveTo>
                      <a:pt x="2584" y="0"/>
                    </a:moveTo>
                    <a:cubicBezTo>
                      <a:pt x="1155" y="0"/>
                      <a:pt x="0" y="1155"/>
                      <a:pt x="0" y="2584"/>
                    </a:cubicBezTo>
                    <a:lnTo>
                      <a:pt x="0" y="54924"/>
                    </a:lnTo>
                    <a:cubicBezTo>
                      <a:pt x="0" y="56353"/>
                      <a:pt x="1155" y="57508"/>
                      <a:pt x="2584" y="57508"/>
                    </a:cubicBezTo>
                    <a:lnTo>
                      <a:pt x="100072" y="57508"/>
                    </a:lnTo>
                    <a:cubicBezTo>
                      <a:pt x="101501" y="57508"/>
                      <a:pt x="102668" y="56353"/>
                      <a:pt x="102668" y="54924"/>
                    </a:cubicBezTo>
                    <a:lnTo>
                      <a:pt x="102668" y="2584"/>
                    </a:lnTo>
                    <a:cubicBezTo>
                      <a:pt x="102668" y="1155"/>
                      <a:pt x="101501" y="0"/>
                      <a:pt x="100072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548625" tIns="91425" rIns="5486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s-ES" sz="1200" kern="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Es cuando el producto/tecnología que cubre un </a:t>
                </a:r>
                <a:r>
                  <a:rPr lang="es-ES" sz="1200" kern="0" dirty="0" err="1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capability</a:t>
                </a:r>
                <a:r>
                  <a:rPr lang="es-ES" sz="1200" kern="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 está siendo reemplazado y se encuentra registrado en CVT en fase previa a Full Vigente (Beta/</a:t>
                </a:r>
                <a:r>
                  <a:rPr lang="es-ES" sz="1200" kern="0" dirty="0" err="1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Cert</a:t>
                </a:r>
                <a:r>
                  <a:rPr lang="es-ES" sz="1200" kern="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).</a:t>
                </a:r>
              </a:p>
            </p:txBody>
          </p:sp>
          <p:sp>
            <p:nvSpPr>
              <p:cNvPr id="135" name="Google Shape;554;p24">
                <a:extLst>
                  <a:ext uri="{FF2B5EF4-FFF2-40B4-BE49-F238E27FC236}">
                    <a16:creationId xmlns:a16="http://schemas.microsoft.com/office/drawing/2014/main" id="{D493BF57-AECE-7291-B2A6-1D801CA06AEE}"/>
                  </a:ext>
                </a:extLst>
              </p:cNvPr>
              <p:cNvSpPr/>
              <p:nvPr/>
            </p:nvSpPr>
            <p:spPr>
              <a:xfrm>
                <a:off x="6550275" y="1188539"/>
                <a:ext cx="1171394" cy="1178056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862" extrusionOk="0">
                    <a:moveTo>
                      <a:pt x="0" y="1"/>
                    </a:moveTo>
                    <a:lnTo>
                      <a:pt x="29694" y="29862"/>
                    </a:lnTo>
                    <a:lnTo>
                      <a:pt x="29694" y="16170"/>
                    </a:lnTo>
                    <a:lnTo>
                      <a:pt x="13526" y="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555;p24">
                <a:extLst>
                  <a:ext uri="{FF2B5EF4-FFF2-40B4-BE49-F238E27FC236}">
                    <a16:creationId xmlns:a16="http://schemas.microsoft.com/office/drawing/2014/main" id="{6BA58E48-759D-1382-CB7D-E024828D6A2D}"/>
                  </a:ext>
                </a:extLst>
              </p:cNvPr>
              <p:cNvSpPr txBox="1"/>
              <p:nvPr/>
            </p:nvSpPr>
            <p:spPr>
              <a:xfrm rot="2700000">
                <a:off x="6696737" y="1488448"/>
                <a:ext cx="1142543" cy="30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5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EN REEMPLAZO</a:t>
                </a:r>
                <a:endParaRPr kumimoji="0" sz="15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16" name="Google Shape;556;p24">
              <a:extLst>
                <a:ext uri="{FF2B5EF4-FFF2-40B4-BE49-F238E27FC236}">
                  <a16:creationId xmlns:a16="http://schemas.microsoft.com/office/drawing/2014/main" id="{968ED9C8-953A-C5F8-4443-D34387B46B9C}"/>
                </a:ext>
              </a:extLst>
            </p:cNvPr>
            <p:cNvGrpSpPr/>
            <p:nvPr/>
          </p:nvGrpSpPr>
          <p:grpSpPr>
            <a:xfrm>
              <a:off x="6522173" y="4125734"/>
              <a:ext cx="3569623" cy="2097224"/>
              <a:chOff x="4912876" y="2966592"/>
              <a:chExt cx="2867301" cy="1684596"/>
            </a:xfrm>
          </p:grpSpPr>
          <p:sp>
            <p:nvSpPr>
              <p:cNvPr id="129" name="Google Shape;557;p24">
                <a:extLst>
                  <a:ext uri="{FF2B5EF4-FFF2-40B4-BE49-F238E27FC236}">
                    <a16:creationId xmlns:a16="http://schemas.microsoft.com/office/drawing/2014/main" id="{E2290154-1915-AB51-8DEE-324AD1DA403A}"/>
                  </a:ext>
                </a:extLst>
              </p:cNvPr>
              <p:cNvSpPr/>
              <p:nvPr/>
            </p:nvSpPr>
            <p:spPr>
              <a:xfrm rot="5400000">
                <a:off x="6555402" y="3427116"/>
                <a:ext cx="1161000" cy="1171319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957" extrusionOk="0">
                    <a:moveTo>
                      <a:pt x="0" y="1"/>
                    </a:moveTo>
                    <a:lnTo>
                      <a:pt x="0" y="3347"/>
                    </a:lnTo>
                    <a:lnTo>
                      <a:pt x="26611" y="29957"/>
                    </a:lnTo>
                    <a:lnTo>
                      <a:pt x="29694" y="29957"/>
                    </a:lnTo>
                    <a:lnTo>
                      <a:pt x="28278" y="26266"/>
                    </a:lnTo>
                    <a:lnTo>
                      <a:pt x="3012" y="6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628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558;p24">
                <a:extLst>
                  <a:ext uri="{FF2B5EF4-FFF2-40B4-BE49-F238E27FC236}">
                    <a16:creationId xmlns:a16="http://schemas.microsoft.com/office/drawing/2014/main" id="{209E3C6F-E3AA-0B81-477C-F49CEC03A190}"/>
                  </a:ext>
                </a:extLst>
              </p:cNvPr>
              <p:cNvSpPr/>
              <p:nvPr/>
            </p:nvSpPr>
            <p:spPr>
              <a:xfrm>
                <a:off x="4912876" y="2966592"/>
                <a:ext cx="2676811" cy="1499664"/>
              </a:xfrm>
              <a:custGeom>
                <a:avLst/>
                <a:gdLst/>
                <a:ahLst/>
                <a:cxnLst/>
                <a:rect l="l" t="t" r="r" b="b"/>
                <a:pathLst>
                  <a:path w="102668" h="57519" extrusionOk="0">
                    <a:moveTo>
                      <a:pt x="2584" y="0"/>
                    </a:moveTo>
                    <a:cubicBezTo>
                      <a:pt x="1155" y="0"/>
                      <a:pt x="0" y="1167"/>
                      <a:pt x="0" y="2596"/>
                    </a:cubicBezTo>
                    <a:lnTo>
                      <a:pt x="0" y="54923"/>
                    </a:lnTo>
                    <a:cubicBezTo>
                      <a:pt x="0" y="56352"/>
                      <a:pt x="1155" y="57519"/>
                      <a:pt x="2584" y="57519"/>
                    </a:cubicBezTo>
                    <a:lnTo>
                      <a:pt x="100072" y="57519"/>
                    </a:lnTo>
                    <a:cubicBezTo>
                      <a:pt x="101501" y="57519"/>
                      <a:pt x="102668" y="56352"/>
                      <a:pt x="102668" y="54923"/>
                    </a:cubicBezTo>
                    <a:lnTo>
                      <a:pt x="102668" y="2596"/>
                    </a:lnTo>
                    <a:cubicBezTo>
                      <a:pt x="102668" y="1167"/>
                      <a:pt x="101501" y="0"/>
                      <a:pt x="100072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548625" tIns="91425" rIns="5486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s-ES" sz="1200" kern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Es cuando el </a:t>
                </a:r>
                <a:r>
                  <a:rPr lang="es-ES" sz="1200" kern="0" err="1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capability</a:t>
                </a:r>
                <a:r>
                  <a:rPr lang="es-ES" sz="1200" kern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 no está cubierto por ningún producto/tecnología registrada en CVT.</a:t>
                </a:r>
              </a:p>
            </p:txBody>
          </p:sp>
          <p:sp>
            <p:nvSpPr>
              <p:cNvPr id="131" name="Google Shape;559;p24">
                <a:extLst>
                  <a:ext uri="{FF2B5EF4-FFF2-40B4-BE49-F238E27FC236}">
                    <a16:creationId xmlns:a16="http://schemas.microsoft.com/office/drawing/2014/main" id="{F9A97FBD-D867-98DE-5177-F996D31DE406}"/>
                  </a:ext>
                </a:extLst>
              </p:cNvPr>
              <p:cNvSpPr/>
              <p:nvPr/>
            </p:nvSpPr>
            <p:spPr>
              <a:xfrm rot="5400000">
                <a:off x="6557259" y="3428973"/>
                <a:ext cx="1161000" cy="1167604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862" extrusionOk="0">
                    <a:moveTo>
                      <a:pt x="0" y="1"/>
                    </a:moveTo>
                    <a:lnTo>
                      <a:pt x="29694" y="29862"/>
                    </a:lnTo>
                    <a:lnTo>
                      <a:pt x="29694" y="16170"/>
                    </a:lnTo>
                    <a:lnTo>
                      <a:pt x="13526" y="1"/>
                    </a:ln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560;p24">
                <a:extLst>
                  <a:ext uri="{FF2B5EF4-FFF2-40B4-BE49-F238E27FC236}">
                    <a16:creationId xmlns:a16="http://schemas.microsoft.com/office/drawing/2014/main" id="{429B1D2F-35CA-310F-3AD5-60CDF411E51B}"/>
                  </a:ext>
                </a:extLst>
              </p:cNvPr>
              <p:cNvSpPr txBox="1"/>
              <p:nvPr/>
            </p:nvSpPr>
            <p:spPr>
              <a:xfrm rot="-2700000">
                <a:off x="6706397" y="3991914"/>
                <a:ext cx="1132361" cy="3033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NO CUBIERTO</a:t>
                </a:r>
                <a:endParaRPr kumimoji="0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17" name="Google Shape;561;p24">
              <a:extLst>
                <a:ext uri="{FF2B5EF4-FFF2-40B4-BE49-F238E27FC236}">
                  <a16:creationId xmlns:a16="http://schemas.microsoft.com/office/drawing/2014/main" id="{9D62F9B8-10A6-FFEC-C2C3-AF0C2D1D909D}"/>
                </a:ext>
              </a:extLst>
            </p:cNvPr>
            <p:cNvGrpSpPr/>
            <p:nvPr/>
          </p:nvGrpSpPr>
          <p:grpSpPr>
            <a:xfrm>
              <a:off x="2172086" y="4125734"/>
              <a:ext cx="3477942" cy="2169790"/>
              <a:chOff x="1418667" y="2966592"/>
              <a:chExt cx="2793658" cy="1742885"/>
            </a:xfrm>
          </p:grpSpPr>
          <p:sp>
            <p:nvSpPr>
              <p:cNvPr id="125" name="Google Shape;562;p24">
                <a:extLst>
                  <a:ext uri="{FF2B5EF4-FFF2-40B4-BE49-F238E27FC236}">
                    <a16:creationId xmlns:a16="http://schemas.microsoft.com/office/drawing/2014/main" id="{BD2FB7C8-11F5-120B-E5EF-C5A79A828AF8}"/>
                  </a:ext>
                </a:extLst>
              </p:cNvPr>
              <p:cNvSpPr/>
              <p:nvPr/>
            </p:nvSpPr>
            <p:spPr>
              <a:xfrm rot="10800000">
                <a:off x="1418667" y="3432273"/>
                <a:ext cx="1150533" cy="1160834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957" extrusionOk="0">
                    <a:moveTo>
                      <a:pt x="0" y="1"/>
                    </a:moveTo>
                    <a:lnTo>
                      <a:pt x="0" y="3347"/>
                    </a:lnTo>
                    <a:lnTo>
                      <a:pt x="26611" y="29957"/>
                    </a:lnTo>
                    <a:lnTo>
                      <a:pt x="29694" y="29957"/>
                    </a:lnTo>
                    <a:lnTo>
                      <a:pt x="28278" y="26266"/>
                    </a:lnTo>
                    <a:lnTo>
                      <a:pt x="3012" y="6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17E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563;p24">
                <a:extLst>
                  <a:ext uri="{FF2B5EF4-FFF2-40B4-BE49-F238E27FC236}">
                    <a16:creationId xmlns:a16="http://schemas.microsoft.com/office/drawing/2014/main" id="{15AFA08C-E5BA-65ED-41D7-C164045C7B93}"/>
                  </a:ext>
                </a:extLst>
              </p:cNvPr>
              <p:cNvSpPr/>
              <p:nvPr/>
            </p:nvSpPr>
            <p:spPr>
              <a:xfrm>
                <a:off x="1535514" y="2966592"/>
                <a:ext cx="2676811" cy="1499664"/>
              </a:xfrm>
              <a:custGeom>
                <a:avLst/>
                <a:gdLst/>
                <a:ahLst/>
                <a:cxnLst/>
                <a:rect l="l" t="t" r="r" b="b"/>
                <a:pathLst>
                  <a:path w="102668" h="57519" extrusionOk="0">
                    <a:moveTo>
                      <a:pt x="2596" y="0"/>
                    </a:moveTo>
                    <a:cubicBezTo>
                      <a:pt x="1167" y="0"/>
                      <a:pt x="0" y="1167"/>
                      <a:pt x="0" y="2596"/>
                    </a:cubicBezTo>
                    <a:lnTo>
                      <a:pt x="0" y="54923"/>
                    </a:lnTo>
                    <a:cubicBezTo>
                      <a:pt x="0" y="56352"/>
                      <a:pt x="1167" y="57519"/>
                      <a:pt x="2596" y="57519"/>
                    </a:cubicBezTo>
                    <a:lnTo>
                      <a:pt x="100072" y="57519"/>
                    </a:lnTo>
                    <a:cubicBezTo>
                      <a:pt x="101501" y="57519"/>
                      <a:pt x="102668" y="56352"/>
                      <a:pt x="102668" y="54923"/>
                    </a:cubicBezTo>
                    <a:lnTo>
                      <a:pt x="102668" y="2596"/>
                    </a:lnTo>
                    <a:cubicBezTo>
                      <a:pt x="102668" y="1167"/>
                      <a:pt x="101501" y="0"/>
                      <a:pt x="100072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548625" tIns="91425" rIns="5486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s-ES" sz="1200" kern="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Es cuando el producto/tecnología que cubre por primera vez un </a:t>
                </a:r>
                <a:r>
                  <a:rPr lang="es-ES" sz="1200" kern="0" dirty="0" err="1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capability</a:t>
                </a:r>
                <a:r>
                  <a:rPr lang="es-ES" sz="1200" kern="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 y se encuentra registrado en CVT en fase previa a Full Vigente (Beta/</a:t>
                </a:r>
                <a:r>
                  <a:rPr lang="es-ES" sz="1200" kern="0" dirty="0" err="1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Cert</a:t>
                </a:r>
                <a:r>
                  <a:rPr lang="es-ES" sz="1200" kern="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).</a:t>
                </a:r>
              </a:p>
            </p:txBody>
          </p:sp>
          <p:sp>
            <p:nvSpPr>
              <p:cNvPr id="127" name="Google Shape;564;p24">
                <a:extLst>
                  <a:ext uri="{FF2B5EF4-FFF2-40B4-BE49-F238E27FC236}">
                    <a16:creationId xmlns:a16="http://schemas.microsoft.com/office/drawing/2014/main" id="{E6C5667A-0A96-85F6-B33D-FC2C3D37C128}"/>
                  </a:ext>
                </a:extLst>
              </p:cNvPr>
              <p:cNvSpPr/>
              <p:nvPr/>
            </p:nvSpPr>
            <p:spPr>
              <a:xfrm rot="10800000">
                <a:off x="1418667" y="3435954"/>
                <a:ext cx="1150533" cy="1157153"/>
              </a:xfrm>
              <a:custGeom>
                <a:avLst/>
                <a:gdLst/>
                <a:ahLst/>
                <a:cxnLst/>
                <a:rect l="l" t="t" r="r" b="b"/>
                <a:pathLst>
                  <a:path w="29695" h="29862" extrusionOk="0">
                    <a:moveTo>
                      <a:pt x="0" y="1"/>
                    </a:moveTo>
                    <a:lnTo>
                      <a:pt x="29694" y="29862"/>
                    </a:lnTo>
                    <a:lnTo>
                      <a:pt x="29694" y="16170"/>
                    </a:lnTo>
                    <a:lnTo>
                      <a:pt x="13526" y="1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565;p24">
                <a:extLst>
                  <a:ext uri="{FF2B5EF4-FFF2-40B4-BE49-F238E27FC236}">
                    <a16:creationId xmlns:a16="http://schemas.microsoft.com/office/drawing/2014/main" id="{2001830F-017B-84BA-C39C-C32213890658}"/>
                  </a:ext>
                </a:extLst>
              </p:cNvPr>
              <p:cNvSpPr txBox="1"/>
              <p:nvPr/>
            </p:nvSpPr>
            <p:spPr>
              <a:xfrm rot="2700000">
                <a:off x="1303007" y="3997774"/>
                <a:ext cx="1122178" cy="301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NUEVO - EN ADOPCIÓN</a:t>
                </a:r>
                <a:endParaRPr kumimoji="0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18" name="Google Shape;566;p24">
              <a:extLst>
                <a:ext uri="{FF2B5EF4-FFF2-40B4-BE49-F238E27FC236}">
                  <a16:creationId xmlns:a16="http://schemas.microsoft.com/office/drawing/2014/main" id="{FA51593D-2C4B-989E-3DC6-A3B63DEEF07B}"/>
                </a:ext>
              </a:extLst>
            </p:cNvPr>
            <p:cNvGrpSpPr/>
            <p:nvPr/>
          </p:nvGrpSpPr>
          <p:grpSpPr>
            <a:xfrm>
              <a:off x="5202872" y="3145696"/>
              <a:ext cx="1774251" cy="1772309"/>
              <a:chOff x="3853147" y="2179376"/>
              <a:chExt cx="1425168" cy="1423608"/>
            </a:xfrm>
          </p:grpSpPr>
          <p:sp>
            <p:nvSpPr>
              <p:cNvPr id="119" name="Google Shape;567;p24">
                <a:extLst>
                  <a:ext uri="{FF2B5EF4-FFF2-40B4-BE49-F238E27FC236}">
                    <a16:creationId xmlns:a16="http://schemas.microsoft.com/office/drawing/2014/main" id="{22624337-6ABC-7C43-A792-79828B941BD9}"/>
                  </a:ext>
                </a:extLst>
              </p:cNvPr>
              <p:cNvSpPr/>
              <p:nvPr/>
            </p:nvSpPr>
            <p:spPr>
              <a:xfrm>
                <a:off x="3949375" y="2255139"/>
                <a:ext cx="1254765" cy="1254739"/>
              </a:xfrm>
              <a:custGeom>
                <a:avLst/>
                <a:gdLst/>
                <a:ahLst/>
                <a:cxnLst/>
                <a:rect l="l" t="t" r="r" b="b"/>
                <a:pathLst>
                  <a:path w="48126" h="48125" extrusionOk="0">
                    <a:moveTo>
                      <a:pt x="24063" y="0"/>
                    </a:moveTo>
                    <a:cubicBezTo>
                      <a:pt x="10776" y="0"/>
                      <a:pt x="1" y="10775"/>
                      <a:pt x="1" y="24062"/>
                    </a:cubicBezTo>
                    <a:cubicBezTo>
                      <a:pt x="1" y="37350"/>
                      <a:pt x="10776" y="48125"/>
                      <a:pt x="24063" y="48125"/>
                    </a:cubicBezTo>
                    <a:cubicBezTo>
                      <a:pt x="37351" y="48125"/>
                      <a:pt x="48126" y="37350"/>
                      <a:pt x="48126" y="24062"/>
                    </a:cubicBezTo>
                    <a:cubicBezTo>
                      <a:pt x="48126" y="10775"/>
                      <a:pt x="37351" y="0"/>
                      <a:pt x="240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568;p24">
                <a:extLst>
                  <a:ext uri="{FF2B5EF4-FFF2-40B4-BE49-F238E27FC236}">
                    <a16:creationId xmlns:a16="http://schemas.microsoft.com/office/drawing/2014/main" id="{2ED1818C-B192-9EE2-001E-49753D48E0B3}"/>
                  </a:ext>
                </a:extLst>
              </p:cNvPr>
              <p:cNvSpPr/>
              <p:nvPr/>
            </p:nvSpPr>
            <p:spPr>
              <a:xfrm>
                <a:off x="4492279" y="2705517"/>
                <a:ext cx="785408" cy="897468"/>
              </a:xfrm>
              <a:custGeom>
                <a:avLst/>
                <a:gdLst/>
                <a:ahLst/>
                <a:cxnLst/>
                <a:rect l="l" t="t" r="r" b="b"/>
                <a:pathLst>
                  <a:path w="30124" h="34422" extrusionOk="0">
                    <a:moveTo>
                      <a:pt x="28790" y="1"/>
                    </a:moveTo>
                    <a:cubicBezTo>
                      <a:pt x="26778" y="822"/>
                      <a:pt x="25361" y="1477"/>
                      <a:pt x="23278" y="2061"/>
                    </a:cubicBezTo>
                    <a:cubicBezTo>
                      <a:pt x="23682" y="3680"/>
                      <a:pt x="23659" y="5347"/>
                      <a:pt x="23659" y="7085"/>
                    </a:cubicBezTo>
                    <a:cubicBezTo>
                      <a:pt x="23659" y="18563"/>
                      <a:pt x="14550" y="27933"/>
                      <a:pt x="3073" y="27933"/>
                    </a:cubicBezTo>
                    <a:cubicBezTo>
                      <a:pt x="2930" y="27933"/>
                      <a:pt x="2787" y="27933"/>
                      <a:pt x="2644" y="27921"/>
                    </a:cubicBezTo>
                    <a:cubicBezTo>
                      <a:pt x="1834" y="29028"/>
                      <a:pt x="1180" y="29636"/>
                      <a:pt x="1" y="30814"/>
                    </a:cubicBezTo>
                    <a:cubicBezTo>
                      <a:pt x="989" y="31993"/>
                      <a:pt x="2561" y="33481"/>
                      <a:pt x="3251" y="34422"/>
                    </a:cubicBezTo>
                    <a:cubicBezTo>
                      <a:pt x="18229" y="34315"/>
                      <a:pt x="30124" y="22230"/>
                      <a:pt x="30124" y="7228"/>
                    </a:cubicBezTo>
                    <a:cubicBezTo>
                      <a:pt x="30124" y="4728"/>
                      <a:pt x="29421" y="2311"/>
                      <a:pt x="28790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569;p24">
                <a:extLst>
                  <a:ext uri="{FF2B5EF4-FFF2-40B4-BE49-F238E27FC236}">
                    <a16:creationId xmlns:a16="http://schemas.microsoft.com/office/drawing/2014/main" id="{82723063-4EFD-1CB3-9E7A-B66E01CD2B55}"/>
                  </a:ext>
                </a:extLst>
              </p:cNvPr>
              <p:cNvSpPr/>
              <p:nvPr/>
            </p:nvSpPr>
            <p:spPr>
              <a:xfrm>
                <a:off x="4451009" y="2179376"/>
                <a:ext cx="827306" cy="786659"/>
              </a:xfrm>
              <a:custGeom>
                <a:avLst/>
                <a:gdLst/>
                <a:ahLst/>
                <a:cxnLst/>
                <a:rect l="l" t="t" r="r" b="b"/>
                <a:pathLst>
                  <a:path w="31731" h="30172" extrusionOk="0">
                    <a:moveTo>
                      <a:pt x="4418" y="1"/>
                    </a:moveTo>
                    <a:cubicBezTo>
                      <a:pt x="3191" y="1"/>
                      <a:pt x="1965" y="84"/>
                      <a:pt x="774" y="239"/>
                    </a:cubicBezTo>
                    <a:cubicBezTo>
                      <a:pt x="453" y="2477"/>
                      <a:pt x="227" y="4716"/>
                      <a:pt x="0" y="6966"/>
                    </a:cubicBezTo>
                    <a:cubicBezTo>
                      <a:pt x="1429" y="6656"/>
                      <a:pt x="2905" y="6478"/>
                      <a:pt x="4418" y="6478"/>
                    </a:cubicBezTo>
                    <a:cubicBezTo>
                      <a:pt x="15907" y="6478"/>
                      <a:pt x="25242" y="15824"/>
                      <a:pt x="25242" y="27302"/>
                    </a:cubicBezTo>
                    <a:cubicBezTo>
                      <a:pt x="25242" y="27421"/>
                      <a:pt x="25230" y="27540"/>
                      <a:pt x="25230" y="27671"/>
                    </a:cubicBezTo>
                    <a:cubicBezTo>
                      <a:pt x="25849" y="28183"/>
                      <a:pt x="26563" y="28766"/>
                      <a:pt x="28563" y="30171"/>
                    </a:cubicBezTo>
                    <a:cubicBezTo>
                      <a:pt x="29992" y="28945"/>
                      <a:pt x="31016" y="28028"/>
                      <a:pt x="31731" y="27266"/>
                    </a:cubicBezTo>
                    <a:cubicBezTo>
                      <a:pt x="31707" y="12229"/>
                      <a:pt x="19467" y="1"/>
                      <a:pt x="4418" y="1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570;p24">
                <a:extLst>
                  <a:ext uri="{FF2B5EF4-FFF2-40B4-BE49-F238E27FC236}">
                    <a16:creationId xmlns:a16="http://schemas.microsoft.com/office/drawing/2014/main" id="{1CAE68EB-8BFE-DEC8-F5CC-83B3AD0348DD}"/>
                  </a:ext>
                </a:extLst>
              </p:cNvPr>
              <p:cNvSpPr/>
              <p:nvPr/>
            </p:nvSpPr>
            <p:spPr>
              <a:xfrm>
                <a:off x="3853460" y="2179376"/>
                <a:ext cx="790701" cy="910191"/>
              </a:xfrm>
              <a:custGeom>
                <a:avLst/>
                <a:gdLst/>
                <a:ahLst/>
                <a:cxnLst/>
                <a:rect l="l" t="t" r="r" b="b"/>
                <a:pathLst>
                  <a:path w="30327" h="34910" extrusionOk="0">
                    <a:moveTo>
                      <a:pt x="27528" y="1"/>
                    </a:moveTo>
                    <a:cubicBezTo>
                      <a:pt x="12467" y="1"/>
                      <a:pt x="1" y="12288"/>
                      <a:pt x="1" y="27349"/>
                    </a:cubicBezTo>
                    <a:cubicBezTo>
                      <a:pt x="1" y="30005"/>
                      <a:pt x="489" y="32481"/>
                      <a:pt x="1203" y="34910"/>
                    </a:cubicBezTo>
                    <a:cubicBezTo>
                      <a:pt x="3251" y="34207"/>
                      <a:pt x="5097" y="33696"/>
                      <a:pt x="7168" y="33088"/>
                    </a:cubicBezTo>
                    <a:cubicBezTo>
                      <a:pt x="6645" y="31255"/>
                      <a:pt x="6525" y="29302"/>
                      <a:pt x="6525" y="27302"/>
                    </a:cubicBezTo>
                    <a:cubicBezTo>
                      <a:pt x="6525" y="15967"/>
                      <a:pt x="15812" y="6728"/>
                      <a:pt x="27088" y="6490"/>
                    </a:cubicBezTo>
                    <a:cubicBezTo>
                      <a:pt x="27611" y="5930"/>
                      <a:pt x="28969" y="4871"/>
                      <a:pt x="30326" y="3513"/>
                    </a:cubicBezTo>
                    <a:cubicBezTo>
                      <a:pt x="29064" y="1787"/>
                      <a:pt x="28064" y="703"/>
                      <a:pt x="27683" y="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571;p24">
                <a:extLst>
                  <a:ext uri="{FF2B5EF4-FFF2-40B4-BE49-F238E27FC236}">
                    <a16:creationId xmlns:a16="http://schemas.microsoft.com/office/drawing/2014/main" id="{26F3D703-C34A-B0BF-5C77-BBC2CAE6479A}"/>
                  </a:ext>
                </a:extLst>
              </p:cNvPr>
              <p:cNvSpPr/>
              <p:nvPr/>
            </p:nvSpPr>
            <p:spPr>
              <a:xfrm>
                <a:off x="3853147" y="2799894"/>
                <a:ext cx="865190" cy="803085"/>
              </a:xfrm>
              <a:custGeom>
                <a:avLst/>
                <a:gdLst/>
                <a:ahLst/>
                <a:cxnLst/>
                <a:rect l="l" t="t" r="r" b="b"/>
                <a:pathLst>
                  <a:path w="33184" h="30802" extrusionOk="0">
                    <a:moveTo>
                      <a:pt x="3478" y="0"/>
                    </a:moveTo>
                    <a:cubicBezTo>
                      <a:pt x="1870" y="1560"/>
                      <a:pt x="1323" y="2036"/>
                      <a:pt x="1" y="3453"/>
                    </a:cubicBezTo>
                    <a:cubicBezTo>
                      <a:pt x="263" y="19312"/>
                      <a:pt x="13229" y="30802"/>
                      <a:pt x="27350" y="30802"/>
                    </a:cubicBezTo>
                    <a:cubicBezTo>
                      <a:pt x="29350" y="30802"/>
                      <a:pt x="31302" y="30588"/>
                      <a:pt x="33184" y="30183"/>
                    </a:cubicBezTo>
                    <a:cubicBezTo>
                      <a:pt x="31981" y="28218"/>
                      <a:pt x="30719" y="26385"/>
                      <a:pt x="29862" y="24265"/>
                    </a:cubicBezTo>
                    <a:cubicBezTo>
                      <a:pt x="29392" y="24320"/>
                      <a:pt x="28919" y="24331"/>
                      <a:pt x="28440" y="24331"/>
                    </a:cubicBezTo>
                    <a:cubicBezTo>
                      <a:pt x="28080" y="24331"/>
                      <a:pt x="27717" y="24325"/>
                      <a:pt x="27350" y="24325"/>
                    </a:cubicBezTo>
                    <a:cubicBezTo>
                      <a:pt x="15872" y="24325"/>
                      <a:pt x="6537" y="14978"/>
                      <a:pt x="6537" y="3501"/>
                    </a:cubicBezTo>
                    <a:cubicBezTo>
                      <a:pt x="6537" y="3394"/>
                      <a:pt x="6537" y="3287"/>
                      <a:pt x="6549" y="3179"/>
                    </a:cubicBezTo>
                    <a:cubicBezTo>
                      <a:pt x="5728" y="2370"/>
                      <a:pt x="4216" y="870"/>
                      <a:pt x="3478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572;p24">
                <a:extLst>
                  <a:ext uri="{FF2B5EF4-FFF2-40B4-BE49-F238E27FC236}">
                    <a16:creationId xmlns:a16="http://schemas.microsoft.com/office/drawing/2014/main" id="{569A5E49-9109-925D-6413-F3C5CDC6AC73}"/>
                  </a:ext>
                </a:extLst>
              </p:cNvPr>
              <p:cNvSpPr/>
              <p:nvPr/>
            </p:nvSpPr>
            <p:spPr>
              <a:xfrm>
                <a:off x="4483285" y="3411078"/>
                <a:ext cx="294619" cy="191868"/>
              </a:xfrm>
              <a:custGeom>
                <a:avLst/>
                <a:gdLst/>
                <a:ahLst/>
                <a:cxnLst/>
                <a:rect l="l" t="t" r="r" b="b"/>
                <a:pathLst>
                  <a:path w="11300" h="7359" extrusionOk="0">
                    <a:moveTo>
                      <a:pt x="9395" y="1"/>
                    </a:moveTo>
                    <a:cubicBezTo>
                      <a:pt x="7502" y="560"/>
                      <a:pt x="5489" y="870"/>
                      <a:pt x="3418" y="870"/>
                    </a:cubicBezTo>
                    <a:cubicBezTo>
                      <a:pt x="3275" y="870"/>
                      <a:pt x="3132" y="870"/>
                      <a:pt x="2989" y="858"/>
                    </a:cubicBezTo>
                    <a:cubicBezTo>
                      <a:pt x="2060" y="1918"/>
                      <a:pt x="1179" y="2882"/>
                      <a:pt x="1" y="4049"/>
                    </a:cubicBezTo>
                    <a:cubicBezTo>
                      <a:pt x="1060" y="5168"/>
                      <a:pt x="2501" y="6371"/>
                      <a:pt x="3596" y="7359"/>
                    </a:cubicBezTo>
                    <a:cubicBezTo>
                      <a:pt x="6275" y="7335"/>
                      <a:pt x="8859" y="6930"/>
                      <a:pt x="11300" y="6192"/>
                    </a:cubicBezTo>
                    <a:cubicBezTo>
                      <a:pt x="11002" y="5442"/>
                      <a:pt x="10728" y="4668"/>
                      <a:pt x="10478" y="3894"/>
                    </a:cubicBezTo>
                    <a:cubicBezTo>
                      <a:pt x="10073" y="2644"/>
                      <a:pt x="9883" y="1227"/>
                      <a:pt x="9395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681;p28">
              <a:extLst>
                <a:ext uri="{FF2B5EF4-FFF2-40B4-BE49-F238E27FC236}">
                  <a16:creationId xmlns:a16="http://schemas.microsoft.com/office/drawing/2014/main" id="{26D27A50-A203-93C0-20C4-7897AC67F00A}"/>
                </a:ext>
              </a:extLst>
            </p:cNvPr>
            <p:cNvSpPr txBox="1">
              <a:spLocks/>
            </p:cNvSpPr>
            <p:nvPr/>
          </p:nvSpPr>
          <p:spPr>
            <a:xfrm>
              <a:off x="5153179" y="3790400"/>
              <a:ext cx="188564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tabLst/>
                <a:defRPr/>
              </a:pPr>
              <a:r>
                <a:rPr lang="es-PE" sz="1800" kern="0"/>
                <a:t>Estado del </a:t>
              </a:r>
              <a:r>
                <a:rPr lang="es-PE" sz="1800" kern="0" err="1"/>
                <a:t>Capability</a:t>
              </a:r>
              <a:endParaRPr kumimoji="0" lang="es-PE" sz="18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041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64D8D-084D-7F8F-8C1B-23D60A41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PE" sz="4000"/>
              <a:t>Modelo de Gestión </a:t>
            </a:r>
            <a:r>
              <a:rPr lang="es-PE" sz="4000" err="1"/>
              <a:t>One</a:t>
            </a:r>
            <a:r>
              <a:rPr lang="es-PE" sz="4000"/>
              <a:t> Page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6F7AD24-7D1E-35C5-82C5-4DBCBAE4ADE8}"/>
              </a:ext>
            </a:extLst>
          </p:cNvPr>
          <p:cNvGrpSpPr/>
          <p:nvPr/>
        </p:nvGrpSpPr>
        <p:grpSpPr>
          <a:xfrm>
            <a:off x="400571" y="1697714"/>
            <a:ext cx="11396286" cy="4691627"/>
            <a:chOff x="843631" y="1697714"/>
            <a:chExt cx="11396286" cy="4691627"/>
          </a:xfrm>
        </p:grpSpPr>
        <p:sp>
          <p:nvSpPr>
            <p:cNvPr id="488" name="Diagrama de flujo: proceso 487">
              <a:extLst>
                <a:ext uri="{FF2B5EF4-FFF2-40B4-BE49-F238E27FC236}">
                  <a16:creationId xmlns:a16="http://schemas.microsoft.com/office/drawing/2014/main" id="{E334F16D-3233-8E19-C10E-E076ABA935B0}"/>
                </a:ext>
              </a:extLst>
            </p:cNvPr>
            <p:cNvSpPr/>
            <p:nvPr/>
          </p:nvSpPr>
          <p:spPr>
            <a:xfrm>
              <a:off x="5176301" y="2071694"/>
              <a:ext cx="7058185" cy="380524"/>
            </a:xfrm>
            <a:prstGeom prst="flowChartProcess">
              <a:avLst/>
            </a:prstGeom>
            <a:solidFill>
              <a:srgbClr val="4F67A2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457200"/>
              <a:r>
                <a:rPr lang="es-PE" sz="1400" kern="0">
                  <a:solidFill>
                    <a:prstClr val="white"/>
                  </a:solidFill>
                  <a:latin typeface="Flexo" pitchFamily="50" charset="0"/>
                </a:rPr>
                <a:t>CVT</a:t>
              </a: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9CE864-0625-D969-7EB5-F606BF095D97}"/>
                </a:ext>
              </a:extLst>
            </p:cNvPr>
            <p:cNvGrpSpPr/>
            <p:nvPr/>
          </p:nvGrpSpPr>
          <p:grpSpPr>
            <a:xfrm>
              <a:off x="5586937" y="3819507"/>
              <a:ext cx="1314644" cy="338554"/>
              <a:chOff x="1599042" y="2669950"/>
              <a:chExt cx="1314644" cy="338554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48817C5A-1085-D45B-D97D-BE62B674A15C}"/>
                  </a:ext>
                </a:extLst>
              </p:cNvPr>
              <p:cNvSpPr/>
              <p:nvPr/>
            </p:nvSpPr>
            <p:spPr>
              <a:xfrm>
                <a:off x="1833686" y="2669950"/>
                <a:ext cx="1080000" cy="338554"/>
              </a:xfrm>
              <a:prstGeom prst="rect">
                <a:avLst/>
              </a:prstGeom>
              <a:solidFill>
                <a:sysClr val="window" lastClr="FFFFFF"/>
              </a:solidFill>
              <a:ln w="28575">
                <a:solidFill>
                  <a:srgbClr val="00B050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800" b="1" i="0" u="none" strike="noStrike" kern="0" cap="none" spc="0" normalizeH="0" baseline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Flexo" pitchFamily="50" charset="0"/>
                  </a:rPr>
                  <a:t>REEMPLAZO TECNOLOGICO</a:t>
                </a:r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46E9B811-B78B-FACB-BC08-7D7946E12FD5}"/>
                  </a:ext>
                </a:extLst>
              </p:cNvPr>
              <p:cNvSpPr/>
              <p:nvPr/>
            </p:nvSpPr>
            <p:spPr>
              <a:xfrm>
                <a:off x="1599042" y="2725803"/>
                <a:ext cx="226800" cy="226849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459" b="0" i="0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lexo" pitchFamily="50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C8214ACF-3916-D800-2A7E-C5E3325E3DB3}"/>
                </a:ext>
              </a:extLst>
            </p:cNvPr>
            <p:cNvGrpSpPr/>
            <p:nvPr/>
          </p:nvGrpSpPr>
          <p:grpSpPr>
            <a:xfrm>
              <a:off x="5597367" y="4398985"/>
              <a:ext cx="1304214" cy="338554"/>
              <a:chOff x="1599042" y="3571516"/>
              <a:chExt cx="1304214" cy="338554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DFAA3496-71D5-A58A-3596-46B7774FD621}"/>
                  </a:ext>
                </a:extLst>
              </p:cNvPr>
              <p:cNvSpPr/>
              <p:nvPr/>
            </p:nvSpPr>
            <p:spPr>
              <a:xfrm>
                <a:off x="1823256" y="3571516"/>
                <a:ext cx="1080000" cy="338554"/>
              </a:xfrm>
              <a:prstGeom prst="rect">
                <a:avLst/>
              </a:prstGeom>
              <a:solidFill>
                <a:sysClr val="window" lastClr="FFFFFF"/>
              </a:solidFill>
              <a:ln w="28575">
                <a:solidFill>
                  <a:srgbClr val="FF0000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800" b="1" i="0" u="none" strike="noStrike" kern="0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Flexo" pitchFamily="50" charset="0"/>
                  </a:rPr>
                  <a:t>NUEVA TECNOLOGIA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FDD6CF46-6C35-2339-B0ED-0C7BA082F034}"/>
                  </a:ext>
                </a:extLst>
              </p:cNvPr>
              <p:cNvSpPr/>
              <p:nvPr/>
            </p:nvSpPr>
            <p:spPr>
              <a:xfrm>
                <a:off x="1599042" y="3627369"/>
                <a:ext cx="226800" cy="226849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459" b="0" i="0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lexo" pitchFamily="50" charset="0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0AAE8CC-4F99-BCB9-4D5E-7E645C7C3DB6}"/>
                </a:ext>
              </a:extLst>
            </p:cNvPr>
            <p:cNvGrpSpPr/>
            <p:nvPr/>
          </p:nvGrpSpPr>
          <p:grpSpPr>
            <a:xfrm>
              <a:off x="5602047" y="4978463"/>
              <a:ext cx="1299534" cy="338554"/>
              <a:chOff x="1599042" y="4589793"/>
              <a:chExt cx="1299534" cy="338554"/>
            </a:xfrm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9C612097-A10E-93DC-419C-807DE598FCFD}"/>
                  </a:ext>
                </a:extLst>
              </p:cNvPr>
              <p:cNvSpPr/>
              <p:nvPr/>
            </p:nvSpPr>
            <p:spPr>
              <a:xfrm>
                <a:off x="1818576" y="4589793"/>
                <a:ext cx="1080000" cy="338554"/>
              </a:xfrm>
              <a:prstGeom prst="rect">
                <a:avLst/>
              </a:prstGeom>
              <a:solidFill>
                <a:sysClr val="window" lastClr="FFFFFF"/>
              </a:solidFill>
              <a:ln w="28575">
                <a:solidFill>
                  <a:srgbClr val="7F7F7F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800" b="1" i="0" u="none" strike="noStrike" kern="0" cap="none" spc="0" normalizeH="0" baseline="0">
                    <a:ln>
                      <a:noFill/>
                    </a:ln>
                    <a:solidFill>
                      <a:srgbClr val="7F7F7F"/>
                    </a:solidFill>
                    <a:effectLst/>
                    <a:uLnTx/>
                    <a:uFillTx/>
                    <a:latin typeface="Flexo" pitchFamily="50" charset="0"/>
                  </a:rPr>
                  <a:t>NUEVA SOLUCIÓN DE NEGOCIO</a:t>
                </a:r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D6669680-1EF8-0063-9CD7-6B0221D286C5}"/>
                  </a:ext>
                </a:extLst>
              </p:cNvPr>
              <p:cNvSpPr/>
              <p:nvPr/>
            </p:nvSpPr>
            <p:spPr>
              <a:xfrm>
                <a:off x="1599042" y="4645646"/>
                <a:ext cx="226800" cy="226849"/>
              </a:xfrm>
              <a:prstGeom prst="ellipse">
                <a:avLst/>
              </a:prstGeom>
              <a:solidFill>
                <a:sysClr val="window" lastClr="FFFFFF">
                  <a:lumMod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459" b="0" i="0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lexo" pitchFamily="50" charset="0"/>
                    <a:ea typeface="+mn-ea"/>
                    <a:cs typeface="+mn-cs"/>
                  </a:rPr>
                  <a:t>5</a:t>
                </a:r>
              </a:p>
            </p:txBody>
          </p:sp>
        </p:grpSp>
        <p:cxnSp>
          <p:nvCxnSpPr>
            <p:cNvPr id="451" name="Conector: angular 450">
              <a:extLst>
                <a:ext uri="{FF2B5EF4-FFF2-40B4-BE49-F238E27FC236}">
                  <a16:creationId xmlns:a16="http://schemas.microsoft.com/office/drawing/2014/main" id="{394BCF84-8F2A-E3DF-D0C9-F12D87816A58}"/>
                </a:ext>
              </a:extLst>
            </p:cNvPr>
            <p:cNvCxnSpPr>
              <a:cxnSpLocks/>
              <a:stCxn id="1157" idx="3"/>
              <a:endCxn id="13" idx="2"/>
            </p:cNvCxnSpPr>
            <p:nvPr/>
          </p:nvCxnSpPr>
          <p:spPr>
            <a:xfrm>
              <a:off x="4620043" y="3405555"/>
              <a:ext cx="968699" cy="3752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52" name="Conector: angular 451">
              <a:extLst>
                <a:ext uri="{FF2B5EF4-FFF2-40B4-BE49-F238E27FC236}">
                  <a16:creationId xmlns:a16="http://schemas.microsoft.com/office/drawing/2014/main" id="{E83031D0-9E15-65A1-463B-D34325C0FE57}"/>
                </a:ext>
              </a:extLst>
            </p:cNvPr>
            <p:cNvCxnSpPr>
              <a:cxnSpLocks/>
              <a:stCxn id="1157" idx="3"/>
              <a:endCxn id="16" idx="2"/>
            </p:cNvCxnSpPr>
            <p:nvPr/>
          </p:nvCxnSpPr>
          <p:spPr>
            <a:xfrm>
              <a:off x="4620043" y="3405555"/>
              <a:ext cx="966894" cy="583230"/>
            </a:xfrm>
            <a:prstGeom prst="bentConnector3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53" name="Conector: angular 452">
              <a:extLst>
                <a:ext uri="{FF2B5EF4-FFF2-40B4-BE49-F238E27FC236}">
                  <a16:creationId xmlns:a16="http://schemas.microsoft.com/office/drawing/2014/main" id="{173F32A6-B715-DBB2-DDBD-983079C8941B}"/>
                </a:ext>
              </a:extLst>
            </p:cNvPr>
            <p:cNvCxnSpPr>
              <a:cxnSpLocks/>
              <a:stCxn id="1157" idx="2"/>
              <a:endCxn id="23" idx="2"/>
            </p:cNvCxnSpPr>
            <p:nvPr/>
          </p:nvCxnSpPr>
          <p:spPr>
            <a:xfrm rot="16200000" flipH="1">
              <a:off x="4527351" y="3498247"/>
              <a:ext cx="705508" cy="1434524"/>
            </a:xfrm>
            <a:prstGeom prst="bentConnector2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1027" name="Grupo 1026">
              <a:extLst>
                <a:ext uri="{FF2B5EF4-FFF2-40B4-BE49-F238E27FC236}">
                  <a16:creationId xmlns:a16="http://schemas.microsoft.com/office/drawing/2014/main" id="{0490983F-E2B2-C89D-11D1-077E771F42CA}"/>
                </a:ext>
              </a:extLst>
            </p:cNvPr>
            <p:cNvGrpSpPr/>
            <p:nvPr/>
          </p:nvGrpSpPr>
          <p:grpSpPr>
            <a:xfrm>
              <a:off x="5588742" y="3240029"/>
              <a:ext cx="1312839" cy="338554"/>
              <a:chOff x="1605081" y="1907338"/>
              <a:chExt cx="1312839" cy="338554"/>
            </a:xfrm>
          </p:grpSpPr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79808358-4D14-C66D-B15B-0FB617C7B3F3}"/>
                  </a:ext>
                </a:extLst>
              </p:cNvPr>
              <p:cNvSpPr/>
              <p:nvPr/>
            </p:nvSpPr>
            <p:spPr>
              <a:xfrm>
                <a:off x="1837920" y="1907338"/>
                <a:ext cx="1080000" cy="338554"/>
              </a:xfrm>
              <a:prstGeom prst="rect">
                <a:avLst/>
              </a:prstGeom>
              <a:solidFill>
                <a:sysClr val="window" lastClr="FFFFFF"/>
              </a:solidFill>
              <a:ln w="28575">
                <a:solidFill>
                  <a:srgbClr val="00B0F0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800" b="1" i="0" u="none" strike="noStrike" kern="0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Flexo" pitchFamily="50" charset="0"/>
                  </a:rPr>
                  <a:t>UPGRADE TECNOLOGICO</a:t>
                </a:r>
                <a:endParaRPr kumimoji="0" lang="es-PE" sz="800" b="0" i="0" u="none" strike="noStrike" kern="0" cap="none" spc="0" normalizeH="0" baseline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lexo" pitchFamily="50" charset="0"/>
                </a:endParaRPr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B83B649D-BB19-3365-36B6-58093522BD60}"/>
                  </a:ext>
                </a:extLst>
              </p:cNvPr>
              <p:cNvSpPr/>
              <p:nvPr/>
            </p:nvSpPr>
            <p:spPr>
              <a:xfrm>
                <a:off x="1605081" y="1963191"/>
                <a:ext cx="226800" cy="226849"/>
              </a:xfrm>
              <a:prstGeom prst="ellipse">
                <a:avLst/>
              </a:pr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459" b="0" i="0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lexo" pitchFamily="50" charset="0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037" name="Grupo 1036">
              <a:extLst>
                <a:ext uri="{FF2B5EF4-FFF2-40B4-BE49-F238E27FC236}">
                  <a16:creationId xmlns:a16="http://schemas.microsoft.com/office/drawing/2014/main" id="{E2F4BB5D-AADF-95E4-4D73-7AE704115D7F}"/>
                </a:ext>
              </a:extLst>
            </p:cNvPr>
            <p:cNvGrpSpPr/>
            <p:nvPr/>
          </p:nvGrpSpPr>
          <p:grpSpPr>
            <a:xfrm>
              <a:off x="5583884" y="2660551"/>
              <a:ext cx="1317697" cy="338554"/>
              <a:chOff x="1606082" y="1177796"/>
              <a:chExt cx="1317697" cy="338554"/>
            </a:xfrm>
          </p:grpSpPr>
          <p:sp>
            <p:nvSpPr>
              <p:cNvPr id="1038" name="Rectángulo 1037">
                <a:extLst>
                  <a:ext uri="{FF2B5EF4-FFF2-40B4-BE49-F238E27FC236}">
                    <a16:creationId xmlns:a16="http://schemas.microsoft.com/office/drawing/2014/main" id="{B6E4D197-02B6-88C7-3910-823BBB8C10AF}"/>
                  </a:ext>
                </a:extLst>
              </p:cNvPr>
              <p:cNvSpPr/>
              <p:nvPr/>
            </p:nvSpPr>
            <p:spPr>
              <a:xfrm>
                <a:off x="1843779" y="1177796"/>
                <a:ext cx="1080000" cy="33855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anchor="ctr">
                <a:spAutoFit/>
              </a:bodyPr>
              <a:lstStyle/>
              <a:p>
                <a:r>
                  <a:rPr lang="es-PE" sz="800" b="1">
                    <a:solidFill>
                      <a:schemeClr val="dk1"/>
                    </a:solidFill>
                    <a:latin typeface="Flexo" pitchFamily="50" charset="0"/>
                  </a:rPr>
                  <a:t>UPGRADE TECNOLOGICO</a:t>
                </a:r>
                <a:endParaRPr lang="es-PE" sz="800">
                  <a:latin typeface="Flexo" pitchFamily="50" charset="0"/>
                </a:endParaRPr>
              </a:p>
            </p:txBody>
          </p:sp>
          <p:sp>
            <p:nvSpPr>
              <p:cNvPr id="1039" name="Elipse 1038">
                <a:extLst>
                  <a:ext uri="{FF2B5EF4-FFF2-40B4-BE49-F238E27FC236}">
                    <a16:creationId xmlns:a16="http://schemas.microsoft.com/office/drawing/2014/main" id="{236F5C64-497D-8F1C-306F-05B0FDF1B44D}"/>
                  </a:ext>
                </a:extLst>
              </p:cNvPr>
              <p:cNvSpPr/>
              <p:nvPr/>
            </p:nvSpPr>
            <p:spPr>
              <a:xfrm>
                <a:off x="1606082" y="1233649"/>
                <a:ext cx="226800" cy="22684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459">
                    <a:latin typeface="Flexo" pitchFamily="50" charset="0"/>
                  </a:rPr>
                  <a:t>1</a:t>
                </a:r>
              </a:p>
            </p:txBody>
          </p:sp>
        </p:grpSp>
        <p:cxnSp>
          <p:nvCxnSpPr>
            <p:cNvPr id="1042" name="Conector: angular 1041">
              <a:extLst>
                <a:ext uri="{FF2B5EF4-FFF2-40B4-BE49-F238E27FC236}">
                  <a16:creationId xmlns:a16="http://schemas.microsoft.com/office/drawing/2014/main" id="{79916677-09F6-18FA-C64B-7BB0F690D171}"/>
                </a:ext>
              </a:extLst>
            </p:cNvPr>
            <p:cNvCxnSpPr>
              <a:cxnSpLocks/>
              <a:stCxn id="1157" idx="3"/>
              <a:endCxn id="1039" idx="2"/>
            </p:cNvCxnSpPr>
            <p:nvPr/>
          </p:nvCxnSpPr>
          <p:spPr>
            <a:xfrm flipV="1">
              <a:off x="4620043" y="2829829"/>
              <a:ext cx="963841" cy="5757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28" name="Google Shape;652;p29">
              <a:extLst>
                <a:ext uri="{FF2B5EF4-FFF2-40B4-BE49-F238E27FC236}">
                  <a16:creationId xmlns:a16="http://schemas.microsoft.com/office/drawing/2014/main" id="{80937CEC-A49D-D21C-7411-48E10322EACF}"/>
                </a:ext>
              </a:extLst>
            </p:cNvPr>
            <p:cNvSpPr txBox="1"/>
            <p:nvPr/>
          </p:nvSpPr>
          <p:spPr>
            <a:xfrm>
              <a:off x="9497995" y="2154770"/>
              <a:ext cx="1202684" cy="2520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s-PE" sz="1200" b="1" kern="0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MARCHA BLANCA</a:t>
              </a:r>
            </a:p>
          </p:txBody>
        </p:sp>
        <p:sp>
          <p:nvSpPr>
            <p:cNvPr id="1130" name="Google Shape;652;p29">
              <a:extLst>
                <a:ext uri="{FF2B5EF4-FFF2-40B4-BE49-F238E27FC236}">
                  <a16:creationId xmlns:a16="http://schemas.microsoft.com/office/drawing/2014/main" id="{66C476B7-540B-4F4E-688A-ECA9A838F749}"/>
                </a:ext>
              </a:extLst>
            </p:cNvPr>
            <p:cNvSpPr txBox="1"/>
            <p:nvPr/>
          </p:nvSpPr>
          <p:spPr>
            <a:xfrm>
              <a:off x="7295718" y="2154770"/>
              <a:ext cx="513720" cy="2520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s-PE" sz="1200" b="1" kern="0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BETA</a:t>
              </a:r>
            </a:p>
          </p:txBody>
        </p:sp>
        <p:sp>
          <p:nvSpPr>
            <p:cNvPr id="287" name="Google Shape;204;p21">
              <a:extLst>
                <a:ext uri="{FF2B5EF4-FFF2-40B4-BE49-F238E27FC236}">
                  <a16:creationId xmlns:a16="http://schemas.microsoft.com/office/drawing/2014/main" id="{EBBAC459-8D30-393D-BDD0-C30D8FBBB051}"/>
                </a:ext>
              </a:extLst>
            </p:cNvPr>
            <p:cNvSpPr/>
            <p:nvPr/>
          </p:nvSpPr>
          <p:spPr>
            <a:xfrm rot="10800000" flipV="1">
              <a:off x="10902485" y="3902210"/>
              <a:ext cx="1332000" cy="360000"/>
            </a:xfrm>
            <a:prstGeom prst="rightArrow">
              <a:avLst>
                <a:gd name="adj1" fmla="val 100000"/>
                <a:gd name="adj2" fmla="val 22442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PE" sz="12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CUBIERTO</a:t>
              </a:r>
            </a:p>
          </p:txBody>
        </p:sp>
        <p:sp>
          <p:nvSpPr>
            <p:cNvPr id="288" name="Google Shape;204;p21">
              <a:extLst>
                <a:ext uri="{FF2B5EF4-FFF2-40B4-BE49-F238E27FC236}">
                  <a16:creationId xmlns:a16="http://schemas.microsoft.com/office/drawing/2014/main" id="{0A583D24-92CA-14F7-359E-67D3A0912CA9}"/>
                </a:ext>
              </a:extLst>
            </p:cNvPr>
            <p:cNvSpPr/>
            <p:nvPr/>
          </p:nvSpPr>
          <p:spPr>
            <a:xfrm rot="10800000" flipV="1">
              <a:off x="8233581" y="3271081"/>
              <a:ext cx="1332000" cy="360000"/>
            </a:xfrm>
            <a:prstGeom prst="rightArrow">
              <a:avLst>
                <a:gd name="adj1" fmla="val 100000"/>
                <a:gd name="adj2" fmla="val 22442"/>
              </a:avLst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PE" sz="1050" b="1" i="0" u="none" strike="noStrike" kern="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PARCIALMENTE CUBIERTO</a:t>
              </a:r>
            </a:p>
          </p:txBody>
        </p:sp>
        <p:sp>
          <p:nvSpPr>
            <p:cNvPr id="292" name="Google Shape;204;p21">
              <a:extLst>
                <a:ext uri="{FF2B5EF4-FFF2-40B4-BE49-F238E27FC236}">
                  <a16:creationId xmlns:a16="http://schemas.microsoft.com/office/drawing/2014/main" id="{7CC0AA85-5DBA-1B88-68F4-2C690D9A0776}"/>
                </a:ext>
              </a:extLst>
            </p:cNvPr>
            <p:cNvSpPr/>
            <p:nvPr/>
          </p:nvSpPr>
          <p:spPr>
            <a:xfrm rot="10800000" flipV="1">
              <a:off x="8233581" y="4767343"/>
              <a:ext cx="1332000" cy="360000"/>
            </a:xfrm>
            <a:prstGeom prst="rightArrow">
              <a:avLst>
                <a:gd name="adj1" fmla="val 100000"/>
                <a:gd name="adj2" fmla="val 22442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PE" sz="12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NUEVO/EN ADOPCIÓN</a:t>
              </a:r>
            </a:p>
          </p:txBody>
        </p:sp>
        <p:sp>
          <p:nvSpPr>
            <p:cNvPr id="309" name="Google Shape;184;p21">
              <a:extLst>
                <a:ext uri="{FF2B5EF4-FFF2-40B4-BE49-F238E27FC236}">
                  <a16:creationId xmlns:a16="http://schemas.microsoft.com/office/drawing/2014/main" id="{793D6456-CB9A-41C2-86F8-E3F7ED225E22}"/>
                </a:ext>
              </a:extLst>
            </p:cNvPr>
            <p:cNvSpPr/>
            <p:nvPr/>
          </p:nvSpPr>
          <p:spPr>
            <a:xfrm rot="10800000" flipV="1">
              <a:off x="3863297" y="5297823"/>
              <a:ext cx="1332000" cy="360000"/>
            </a:xfrm>
            <a:prstGeom prst="rightArrow">
              <a:avLst>
                <a:gd name="adj1" fmla="val 100000"/>
                <a:gd name="adj2" fmla="val 22442"/>
              </a:avLst>
            </a:pr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s-PE" sz="1200" b="1" kern="0">
                  <a:solidFill>
                    <a:schemeClr val="bg1"/>
                  </a:solidFill>
                  <a:latin typeface="Arial"/>
                  <a:cs typeface="Arial"/>
                  <a:sym typeface="Arial"/>
                </a:rPr>
                <a:t>NO CUBIERTO</a:t>
              </a:r>
              <a:endParaRPr kumimoji="0" lang="es-PE" sz="12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67" name="Grupo 466">
              <a:extLst>
                <a:ext uri="{FF2B5EF4-FFF2-40B4-BE49-F238E27FC236}">
                  <a16:creationId xmlns:a16="http://schemas.microsoft.com/office/drawing/2014/main" id="{E149444B-061E-AE9A-EBDD-E18220C37174}"/>
                </a:ext>
              </a:extLst>
            </p:cNvPr>
            <p:cNvGrpSpPr/>
            <p:nvPr/>
          </p:nvGrpSpPr>
          <p:grpSpPr>
            <a:xfrm>
              <a:off x="1155447" y="3508332"/>
              <a:ext cx="1219056" cy="1219056"/>
              <a:chOff x="6958310" y="2901862"/>
              <a:chExt cx="1219056" cy="1219056"/>
            </a:xfrm>
          </p:grpSpPr>
          <p:sp>
            <p:nvSpPr>
              <p:cNvPr id="464" name="Elipse 463">
                <a:extLst>
                  <a:ext uri="{FF2B5EF4-FFF2-40B4-BE49-F238E27FC236}">
                    <a16:creationId xmlns:a16="http://schemas.microsoft.com/office/drawing/2014/main" id="{FB385A1E-6AC1-D2FF-8276-8C8F3B1A928F}"/>
                  </a:ext>
                </a:extLst>
              </p:cNvPr>
              <p:cNvSpPr/>
              <p:nvPr/>
            </p:nvSpPr>
            <p:spPr>
              <a:xfrm>
                <a:off x="6958310" y="2901862"/>
                <a:ext cx="1219056" cy="121905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none" lIns="360000" tIns="360000" rIns="360000" bIns="3600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</a:pPr>
                <a:r>
                  <a:rPr lang="es-PE" sz="1100" b="1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CAPABILITY</a:t>
                </a:r>
                <a:endParaRPr lang="es-PE" sz="1100" b="1" kern="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grpSp>
            <p:nvGrpSpPr>
              <p:cNvPr id="465" name="Grupo 464">
                <a:extLst>
                  <a:ext uri="{FF2B5EF4-FFF2-40B4-BE49-F238E27FC236}">
                    <a16:creationId xmlns:a16="http://schemas.microsoft.com/office/drawing/2014/main" id="{B0F44DC1-0E97-DD5F-AD5F-1C00F1A8B3D5}"/>
                  </a:ext>
                </a:extLst>
              </p:cNvPr>
              <p:cNvGrpSpPr/>
              <p:nvPr/>
            </p:nvGrpSpPr>
            <p:grpSpPr>
              <a:xfrm>
                <a:off x="6982794" y="2926987"/>
                <a:ext cx="1170088" cy="1168807"/>
                <a:chOff x="6982794" y="2883694"/>
                <a:chExt cx="1170088" cy="1168807"/>
              </a:xfrm>
            </p:grpSpPr>
            <p:sp>
              <p:nvSpPr>
                <p:cNvPr id="54" name="Google Shape;568;p24">
                  <a:extLst>
                    <a:ext uri="{FF2B5EF4-FFF2-40B4-BE49-F238E27FC236}">
                      <a16:creationId xmlns:a16="http://schemas.microsoft.com/office/drawing/2014/main" id="{5494D054-E63C-C82F-0665-18EA2C314DB9}"/>
                    </a:ext>
                  </a:extLst>
                </p:cNvPr>
                <p:cNvSpPr/>
                <p:nvPr/>
              </p:nvSpPr>
              <p:spPr>
                <a:xfrm>
                  <a:off x="7507532" y="3315665"/>
                  <a:ext cx="644834" cy="736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24" h="34422" extrusionOk="0">
                      <a:moveTo>
                        <a:pt x="28790" y="1"/>
                      </a:moveTo>
                      <a:cubicBezTo>
                        <a:pt x="26778" y="822"/>
                        <a:pt x="25361" y="1477"/>
                        <a:pt x="23278" y="2061"/>
                      </a:cubicBezTo>
                      <a:cubicBezTo>
                        <a:pt x="23682" y="3680"/>
                        <a:pt x="23659" y="5347"/>
                        <a:pt x="23659" y="7085"/>
                      </a:cubicBezTo>
                      <a:cubicBezTo>
                        <a:pt x="23659" y="18563"/>
                        <a:pt x="14550" y="27933"/>
                        <a:pt x="3073" y="27933"/>
                      </a:cubicBezTo>
                      <a:cubicBezTo>
                        <a:pt x="2930" y="27933"/>
                        <a:pt x="2787" y="27933"/>
                        <a:pt x="2644" y="27921"/>
                      </a:cubicBezTo>
                      <a:cubicBezTo>
                        <a:pt x="1834" y="29028"/>
                        <a:pt x="1180" y="29636"/>
                        <a:pt x="1" y="30814"/>
                      </a:cubicBezTo>
                      <a:cubicBezTo>
                        <a:pt x="989" y="31993"/>
                        <a:pt x="2561" y="33481"/>
                        <a:pt x="3251" y="34422"/>
                      </a:cubicBezTo>
                      <a:cubicBezTo>
                        <a:pt x="18229" y="34315"/>
                        <a:pt x="30124" y="22230"/>
                        <a:pt x="30124" y="7228"/>
                      </a:cubicBezTo>
                      <a:cubicBezTo>
                        <a:pt x="30124" y="4728"/>
                        <a:pt x="29421" y="2311"/>
                        <a:pt x="28790" y="1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Font typeface="Arial"/>
                    <a:buNone/>
                  </a:pPr>
                  <a:endParaRPr lang="es-PE" sz="105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69;p24">
                  <a:extLst>
                    <a:ext uri="{FF2B5EF4-FFF2-40B4-BE49-F238E27FC236}">
                      <a16:creationId xmlns:a16="http://schemas.microsoft.com/office/drawing/2014/main" id="{577B8FBF-50FF-CD9F-A9AF-BBB67A8BA32D}"/>
                    </a:ext>
                  </a:extLst>
                </p:cNvPr>
                <p:cNvSpPr/>
                <p:nvPr/>
              </p:nvSpPr>
              <p:spPr>
                <a:xfrm>
                  <a:off x="7473649" y="2883694"/>
                  <a:ext cx="679233" cy="645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31" h="30172" extrusionOk="0">
                      <a:moveTo>
                        <a:pt x="4418" y="1"/>
                      </a:moveTo>
                      <a:cubicBezTo>
                        <a:pt x="3191" y="1"/>
                        <a:pt x="1965" y="84"/>
                        <a:pt x="774" y="239"/>
                      </a:cubicBezTo>
                      <a:cubicBezTo>
                        <a:pt x="453" y="2477"/>
                        <a:pt x="227" y="4716"/>
                        <a:pt x="0" y="6966"/>
                      </a:cubicBezTo>
                      <a:cubicBezTo>
                        <a:pt x="1429" y="6656"/>
                        <a:pt x="2905" y="6478"/>
                        <a:pt x="4418" y="6478"/>
                      </a:cubicBezTo>
                      <a:cubicBezTo>
                        <a:pt x="15907" y="6478"/>
                        <a:pt x="25242" y="15824"/>
                        <a:pt x="25242" y="27302"/>
                      </a:cubicBezTo>
                      <a:cubicBezTo>
                        <a:pt x="25242" y="27421"/>
                        <a:pt x="25230" y="27540"/>
                        <a:pt x="25230" y="27671"/>
                      </a:cubicBezTo>
                      <a:cubicBezTo>
                        <a:pt x="25849" y="28183"/>
                        <a:pt x="26563" y="28766"/>
                        <a:pt x="28563" y="30171"/>
                      </a:cubicBezTo>
                      <a:cubicBezTo>
                        <a:pt x="29992" y="28945"/>
                        <a:pt x="31016" y="28028"/>
                        <a:pt x="31731" y="27266"/>
                      </a:cubicBezTo>
                      <a:cubicBezTo>
                        <a:pt x="31707" y="12229"/>
                        <a:pt x="19467" y="1"/>
                        <a:pt x="4418" y="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Font typeface="Arial"/>
                    <a:buNone/>
                  </a:pPr>
                  <a:endParaRPr lang="es-PE" sz="105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70;p24">
                  <a:extLst>
                    <a:ext uri="{FF2B5EF4-FFF2-40B4-BE49-F238E27FC236}">
                      <a16:creationId xmlns:a16="http://schemas.microsoft.com/office/drawing/2014/main" id="{731B0424-437F-FE90-CDB1-8B2AE20DDFD8}"/>
                    </a:ext>
                  </a:extLst>
                </p:cNvPr>
                <p:cNvSpPr/>
                <p:nvPr/>
              </p:nvSpPr>
              <p:spPr>
                <a:xfrm>
                  <a:off x="6983051" y="2883694"/>
                  <a:ext cx="649179" cy="747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7" h="34910" extrusionOk="0">
                      <a:moveTo>
                        <a:pt x="27528" y="1"/>
                      </a:moveTo>
                      <a:cubicBezTo>
                        <a:pt x="12467" y="1"/>
                        <a:pt x="1" y="12288"/>
                        <a:pt x="1" y="27349"/>
                      </a:cubicBezTo>
                      <a:cubicBezTo>
                        <a:pt x="1" y="30005"/>
                        <a:pt x="489" y="32481"/>
                        <a:pt x="1203" y="34910"/>
                      </a:cubicBezTo>
                      <a:cubicBezTo>
                        <a:pt x="3251" y="34207"/>
                        <a:pt x="5097" y="33696"/>
                        <a:pt x="7168" y="33088"/>
                      </a:cubicBezTo>
                      <a:cubicBezTo>
                        <a:pt x="6645" y="31255"/>
                        <a:pt x="6525" y="29302"/>
                        <a:pt x="6525" y="27302"/>
                      </a:cubicBezTo>
                      <a:cubicBezTo>
                        <a:pt x="6525" y="15967"/>
                        <a:pt x="15812" y="6728"/>
                        <a:pt x="27088" y="6490"/>
                      </a:cubicBezTo>
                      <a:cubicBezTo>
                        <a:pt x="27611" y="5930"/>
                        <a:pt x="28969" y="4871"/>
                        <a:pt x="30326" y="3513"/>
                      </a:cubicBezTo>
                      <a:cubicBezTo>
                        <a:pt x="29064" y="1787"/>
                        <a:pt x="28064" y="703"/>
                        <a:pt x="27683" y="1"/>
                      </a:cubicBezTo>
                      <a:close/>
                    </a:path>
                  </a:pathLst>
                </a:cu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Font typeface="Arial"/>
                    <a:buNone/>
                  </a:pPr>
                  <a:endParaRPr lang="es-PE" sz="105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571;p24">
                  <a:extLst>
                    <a:ext uri="{FF2B5EF4-FFF2-40B4-BE49-F238E27FC236}">
                      <a16:creationId xmlns:a16="http://schemas.microsoft.com/office/drawing/2014/main" id="{DFAC69E0-C78B-D139-9B8C-DE4BD0D9DC46}"/>
                    </a:ext>
                  </a:extLst>
                </p:cNvPr>
                <p:cNvSpPr/>
                <p:nvPr/>
              </p:nvSpPr>
              <p:spPr>
                <a:xfrm>
                  <a:off x="6982794" y="3393150"/>
                  <a:ext cx="710336" cy="659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4" h="30802" extrusionOk="0">
                      <a:moveTo>
                        <a:pt x="3478" y="0"/>
                      </a:moveTo>
                      <a:cubicBezTo>
                        <a:pt x="1870" y="1560"/>
                        <a:pt x="1323" y="2036"/>
                        <a:pt x="1" y="3453"/>
                      </a:cubicBezTo>
                      <a:cubicBezTo>
                        <a:pt x="263" y="19312"/>
                        <a:pt x="13229" y="30802"/>
                        <a:pt x="27350" y="30802"/>
                      </a:cubicBezTo>
                      <a:cubicBezTo>
                        <a:pt x="29350" y="30802"/>
                        <a:pt x="31302" y="30588"/>
                        <a:pt x="33184" y="30183"/>
                      </a:cubicBezTo>
                      <a:cubicBezTo>
                        <a:pt x="31981" y="28218"/>
                        <a:pt x="30719" y="26385"/>
                        <a:pt x="29862" y="24265"/>
                      </a:cubicBezTo>
                      <a:cubicBezTo>
                        <a:pt x="29392" y="24320"/>
                        <a:pt x="28919" y="24331"/>
                        <a:pt x="28440" y="24331"/>
                      </a:cubicBezTo>
                      <a:cubicBezTo>
                        <a:pt x="28080" y="24331"/>
                        <a:pt x="27717" y="24325"/>
                        <a:pt x="27350" y="24325"/>
                      </a:cubicBezTo>
                      <a:cubicBezTo>
                        <a:pt x="15872" y="24325"/>
                        <a:pt x="6537" y="14978"/>
                        <a:pt x="6537" y="3501"/>
                      </a:cubicBezTo>
                      <a:cubicBezTo>
                        <a:pt x="6537" y="3394"/>
                        <a:pt x="6537" y="3287"/>
                        <a:pt x="6549" y="3179"/>
                      </a:cubicBezTo>
                      <a:cubicBezTo>
                        <a:pt x="5728" y="2370"/>
                        <a:pt x="4216" y="870"/>
                        <a:pt x="3478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Font typeface="Arial"/>
                    <a:buNone/>
                  </a:pPr>
                  <a:endParaRPr lang="es-PE" sz="105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572;p24">
                  <a:extLst>
                    <a:ext uri="{FF2B5EF4-FFF2-40B4-BE49-F238E27FC236}">
                      <a16:creationId xmlns:a16="http://schemas.microsoft.com/office/drawing/2014/main" id="{16C0659B-0D6F-0233-7A12-838848726530}"/>
                    </a:ext>
                  </a:extLst>
                </p:cNvPr>
                <p:cNvSpPr/>
                <p:nvPr/>
              </p:nvSpPr>
              <p:spPr>
                <a:xfrm>
                  <a:off x="7500148" y="3894942"/>
                  <a:ext cx="241887" cy="157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00" h="7359" extrusionOk="0">
                      <a:moveTo>
                        <a:pt x="9395" y="1"/>
                      </a:moveTo>
                      <a:cubicBezTo>
                        <a:pt x="7502" y="560"/>
                        <a:pt x="5489" y="870"/>
                        <a:pt x="3418" y="870"/>
                      </a:cubicBezTo>
                      <a:cubicBezTo>
                        <a:pt x="3275" y="870"/>
                        <a:pt x="3132" y="870"/>
                        <a:pt x="2989" y="858"/>
                      </a:cubicBezTo>
                      <a:cubicBezTo>
                        <a:pt x="2060" y="1918"/>
                        <a:pt x="1179" y="2882"/>
                        <a:pt x="1" y="4049"/>
                      </a:cubicBezTo>
                      <a:cubicBezTo>
                        <a:pt x="1060" y="5168"/>
                        <a:pt x="2501" y="6371"/>
                        <a:pt x="3596" y="7359"/>
                      </a:cubicBezTo>
                      <a:cubicBezTo>
                        <a:pt x="6275" y="7335"/>
                        <a:pt x="8859" y="6930"/>
                        <a:pt x="11300" y="6192"/>
                      </a:cubicBezTo>
                      <a:cubicBezTo>
                        <a:pt x="11002" y="5442"/>
                        <a:pt x="10728" y="4668"/>
                        <a:pt x="10478" y="3894"/>
                      </a:cubicBezTo>
                      <a:cubicBezTo>
                        <a:pt x="10073" y="2644"/>
                        <a:pt x="9883" y="1227"/>
                        <a:pt x="9395" y="1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Font typeface="Arial"/>
                    <a:buNone/>
                  </a:pPr>
                  <a:endParaRPr lang="es-PE" sz="105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199" name="Conector: angular 198">
              <a:extLst>
                <a:ext uri="{FF2B5EF4-FFF2-40B4-BE49-F238E27FC236}">
                  <a16:creationId xmlns:a16="http://schemas.microsoft.com/office/drawing/2014/main" id="{A6148C98-ACD4-57DC-B559-E4DAA2C08AEE}"/>
                </a:ext>
              </a:extLst>
            </p:cNvPr>
            <p:cNvCxnSpPr>
              <a:cxnSpLocks/>
              <a:stCxn id="318" idx="2"/>
              <a:endCxn id="309" idx="3"/>
            </p:cNvCxnSpPr>
            <p:nvPr/>
          </p:nvCxnSpPr>
          <p:spPr>
            <a:xfrm rot="16200000" flipH="1">
              <a:off x="3113747" y="4728273"/>
              <a:ext cx="912094" cy="587005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Conector: angular 282">
              <a:extLst>
                <a:ext uri="{FF2B5EF4-FFF2-40B4-BE49-F238E27FC236}">
                  <a16:creationId xmlns:a16="http://schemas.microsoft.com/office/drawing/2014/main" id="{C8DF2DDA-FD21-76AE-4E89-41FDAF39DF87}"/>
                </a:ext>
              </a:extLst>
            </p:cNvPr>
            <p:cNvCxnSpPr>
              <a:cxnSpLocks/>
              <a:stCxn id="1157" idx="2"/>
              <a:endCxn id="27" idx="2"/>
            </p:cNvCxnSpPr>
            <p:nvPr/>
          </p:nvCxnSpPr>
          <p:spPr>
            <a:xfrm rot="16200000" flipH="1">
              <a:off x="4239952" y="3785646"/>
              <a:ext cx="1284986" cy="1439204"/>
            </a:xfrm>
            <a:prstGeom prst="bentConnector2">
              <a:avLst/>
            </a:prstGeom>
            <a:noFill/>
            <a:ln w="19050" cap="flat" cmpd="sng" algn="ctr">
              <a:solidFill>
                <a:srgbClr val="7F7F7F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18" name="Rombo 317">
              <a:extLst>
                <a:ext uri="{FF2B5EF4-FFF2-40B4-BE49-F238E27FC236}">
                  <a16:creationId xmlns:a16="http://schemas.microsoft.com/office/drawing/2014/main" id="{0451F5D2-FD70-868C-F891-082BEDA62329}"/>
                </a:ext>
              </a:extLst>
            </p:cNvPr>
            <p:cNvSpPr/>
            <p:nvPr/>
          </p:nvSpPr>
          <p:spPr>
            <a:xfrm>
              <a:off x="2819092" y="3651329"/>
              <a:ext cx="914400" cy="914400"/>
            </a:xfrm>
            <a:prstGeom prst="diamond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PE" sz="900" b="1"/>
                <a:t>Está cubierto?</a:t>
              </a:r>
            </a:p>
          </p:txBody>
        </p:sp>
        <p:sp>
          <p:nvSpPr>
            <p:cNvPr id="1157" name="Rombo 1156">
              <a:extLst>
                <a:ext uri="{FF2B5EF4-FFF2-40B4-BE49-F238E27FC236}">
                  <a16:creationId xmlns:a16="http://schemas.microsoft.com/office/drawing/2014/main" id="{1DE25CAE-51CE-E3E5-3536-2D3AB30D2422}"/>
                </a:ext>
              </a:extLst>
            </p:cNvPr>
            <p:cNvSpPr/>
            <p:nvPr/>
          </p:nvSpPr>
          <p:spPr>
            <a:xfrm>
              <a:off x="3705643" y="2948355"/>
              <a:ext cx="914400" cy="914400"/>
            </a:xfrm>
            <a:prstGeom prst="diamond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PE" sz="700" b="1"/>
                <a:t>Nuevo Producto / Tecnología?</a:t>
              </a:r>
            </a:p>
          </p:txBody>
        </p:sp>
        <p:cxnSp>
          <p:nvCxnSpPr>
            <p:cNvPr id="1169" name="Conector: angular 1168">
              <a:extLst>
                <a:ext uri="{FF2B5EF4-FFF2-40B4-BE49-F238E27FC236}">
                  <a16:creationId xmlns:a16="http://schemas.microsoft.com/office/drawing/2014/main" id="{252BF2AD-DC1D-5D93-1A88-028BBAD0F9C4}"/>
                </a:ext>
              </a:extLst>
            </p:cNvPr>
            <p:cNvCxnSpPr>
              <a:cxnSpLocks/>
              <a:stCxn id="318" idx="0"/>
              <a:endCxn id="1157" idx="1"/>
            </p:cNvCxnSpPr>
            <p:nvPr/>
          </p:nvCxnSpPr>
          <p:spPr>
            <a:xfrm rot="5400000" flipH="1" flipV="1">
              <a:off x="3368080" y="3313767"/>
              <a:ext cx="245774" cy="429351"/>
            </a:xfrm>
            <a:prstGeom prst="bentConnector2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20" name="Conector: angular 1219">
              <a:extLst>
                <a:ext uri="{FF2B5EF4-FFF2-40B4-BE49-F238E27FC236}">
                  <a16:creationId xmlns:a16="http://schemas.microsoft.com/office/drawing/2014/main" id="{0658AC75-C5A8-8E6B-7BDA-C544E55AD08D}"/>
                </a:ext>
              </a:extLst>
            </p:cNvPr>
            <p:cNvCxnSpPr>
              <a:cxnSpLocks/>
              <a:stCxn id="22" idx="3"/>
              <a:endCxn id="292" idx="3"/>
            </p:cNvCxnSpPr>
            <p:nvPr/>
          </p:nvCxnSpPr>
          <p:spPr>
            <a:xfrm>
              <a:off x="6901581" y="4568262"/>
              <a:ext cx="1332000" cy="379081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23" name="Conector: angular 1222">
              <a:extLst>
                <a:ext uri="{FF2B5EF4-FFF2-40B4-BE49-F238E27FC236}">
                  <a16:creationId xmlns:a16="http://schemas.microsoft.com/office/drawing/2014/main" id="{24230F12-853A-1612-7AE2-5201181A77F1}"/>
                </a:ext>
              </a:extLst>
            </p:cNvPr>
            <p:cNvCxnSpPr>
              <a:cxnSpLocks/>
              <a:stCxn id="26" idx="3"/>
              <a:endCxn id="292" idx="3"/>
            </p:cNvCxnSpPr>
            <p:nvPr/>
          </p:nvCxnSpPr>
          <p:spPr>
            <a:xfrm flipV="1">
              <a:off x="6901581" y="4947343"/>
              <a:ext cx="1332000" cy="200397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7F7F7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26" name="Conector: angular 1225">
              <a:extLst>
                <a:ext uri="{FF2B5EF4-FFF2-40B4-BE49-F238E27FC236}">
                  <a16:creationId xmlns:a16="http://schemas.microsoft.com/office/drawing/2014/main" id="{0B9A6169-CDD0-D90D-D7E6-D6E41508E72C}"/>
                </a:ext>
              </a:extLst>
            </p:cNvPr>
            <p:cNvCxnSpPr>
              <a:cxnSpLocks/>
              <a:stCxn id="15" idx="3"/>
              <a:endCxn id="288" idx="3"/>
            </p:cNvCxnSpPr>
            <p:nvPr/>
          </p:nvCxnSpPr>
          <p:spPr>
            <a:xfrm flipV="1">
              <a:off x="6901581" y="3451081"/>
              <a:ext cx="1332000" cy="537703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" name="Google Shape;681;p28">
              <a:extLst>
                <a:ext uri="{FF2B5EF4-FFF2-40B4-BE49-F238E27FC236}">
                  <a16:creationId xmlns:a16="http://schemas.microsoft.com/office/drawing/2014/main" id="{46795F35-2D3E-B956-BFAA-E3257596851B}"/>
                </a:ext>
              </a:extLst>
            </p:cNvPr>
            <p:cNvSpPr txBox="1">
              <a:spLocks/>
            </p:cNvSpPr>
            <p:nvPr/>
          </p:nvSpPr>
          <p:spPr>
            <a:xfrm>
              <a:off x="3065668" y="3126339"/>
              <a:ext cx="468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tabLst/>
                <a:defRPr/>
              </a:pPr>
              <a:r>
                <a:rPr lang="es-PE" sz="1400" b="1" kern="0"/>
                <a:t>SÍ</a:t>
              </a:r>
              <a:endParaRPr kumimoji="0" lang="es-PE" sz="1400" b="1" i="0" u="none" strike="noStrike" kern="0" cap="none" spc="0" normalizeH="0" baseline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sym typeface="Fira Sans Extra Condensed Medium"/>
              </a:endParaRPr>
            </a:p>
          </p:txBody>
        </p:sp>
        <p:cxnSp>
          <p:nvCxnSpPr>
            <p:cNvPr id="4" name="Conector: angular 3">
              <a:extLst>
                <a:ext uri="{FF2B5EF4-FFF2-40B4-BE49-F238E27FC236}">
                  <a16:creationId xmlns:a16="http://schemas.microsoft.com/office/drawing/2014/main" id="{D93AAD64-2914-C43A-A9A2-785A482FC40B}"/>
                </a:ext>
              </a:extLst>
            </p:cNvPr>
            <p:cNvCxnSpPr>
              <a:cxnSpLocks/>
              <a:stCxn id="12" idx="3"/>
              <a:endCxn id="288" idx="3"/>
            </p:cNvCxnSpPr>
            <p:nvPr/>
          </p:nvCxnSpPr>
          <p:spPr>
            <a:xfrm>
              <a:off x="6901581" y="3409306"/>
              <a:ext cx="1332000" cy="41775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" name="Conector: angular 6">
              <a:extLst>
                <a:ext uri="{FF2B5EF4-FFF2-40B4-BE49-F238E27FC236}">
                  <a16:creationId xmlns:a16="http://schemas.microsoft.com/office/drawing/2014/main" id="{051F69E4-9CEA-A959-E7F4-0D6D4F3931C4}"/>
                </a:ext>
              </a:extLst>
            </p:cNvPr>
            <p:cNvCxnSpPr>
              <a:cxnSpLocks/>
              <a:stCxn id="1038" idx="3"/>
              <a:endCxn id="288" idx="3"/>
            </p:cNvCxnSpPr>
            <p:nvPr/>
          </p:nvCxnSpPr>
          <p:spPr>
            <a:xfrm>
              <a:off x="6901581" y="2829828"/>
              <a:ext cx="1332000" cy="621253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" name="Conector: angular 7">
              <a:extLst>
                <a:ext uri="{FF2B5EF4-FFF2-40B4-BE49-F238E27FC236}">
                  <a16:creationId xmlns:a16="http://schemas.microsoft.com/office/drawing/2014/main" id="{7874DDCF-6996-37E3-07AA-4D82C4151F8E}"/>
                </a:ext>
              </a:extLst>
            </p:cNvPr>
            <p:cNvCxnSpPr>
              <a:cxnSpLocks/>
              <a:stCxn id="1038" idx="3"/>
              <a:endCxn id="288" idx="3"/>
            </p:cNvCxnSpPr>
            <p:nvPr/>
          </p:nvCxnSpPr>
          <p:spPr>
            <a:xfrm>
              <a:off x="6901581" y="2829828"/>
              <a:ext cx="1332000" cy="62125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: angular 18">
              <a:extLst>
                <a:ext uri="{FF2B5EF4-FFF2-40B4-BE49-F238E27FC236}">
                  <a16:creationId xmlns:a16="http://schemas.microsoft.com/office/drawing/2014/main" id="{16DF7B54-D673-748C-42B9-CE9C9CB34C10}"/>
                </a:ext>
              </a:extLst>
            </p:cNvPr>
            <p:cNvCxnSpPr>
              <a:cxnSpLocks/>
              <a:stCxn id="288" idx="1"/>
              <a:endCxn id="287" idx="3"/>
            </p:cNvCxnSpPr>
            <p:nvPr/>
          </p:nvCxnSpPr>
          <p:spPr>
            <a:xfrm>
              <a:off x="9565581" y="3451081"/>
              <a:ext cx="1336904" cy="63112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ector: angular 28">
              <a:extLst>
                <a:ext uri="{FF2B5EF4-FFF2-40B4-BE49-F238E27FC236}">
                  <a16:creationId xmlns:a16="http://schemas.microsoft.com/office/drawing/2014/main" id="{B1CB4FE6-B474-DB8F-C210-6769CFFE5368}"/>
                </a:ext>
              </a:extLst>
            </p:cNvPr>
            <p:cNvCxnSpPr>
              <a:cxnSpLocks/>
              <a:stCxn id="292" idx="1"/>
              <a:endCxn id="287" idx="3"/>
            </p:cNvCxnSpPr>
            <p:nvPr/>
          </p:nvCxnSpPr>
          <p:spPr>
            <a:xfrm flipV="1">
              <a:off x="9565581" y="4082210"/>
              <a:ext cx="1336904" cy="86513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Google Shape;681;p28">
              <a:extLst>
                <a:ext uri="{FF2B5EF4-FFF2-40B4-BE49-F238E27FC236}">
                  <a16:creationId xmlns:a16="http://schemas.microsoft.com/office/drawing/2014/main" id="{A7FAC916-F0A6-CB58-D602-757BE166D328}"/>
                </a:ext>
              </a:extLst>
            </p:cNvPr>
            <p:cNvSpPr txBox="1">
              <a:spLocks/>
            </p:cNvSpPr>
            <p:nvPr/>
          </p:nvSpPr>
          <p:spPr>
            <a:xfrm>
              <a:off x="3256967" y="5202240"/>
              <a:ext cx="468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tabLst/>
                <a:defRPr/>
              </a:pPr>
              <a:r>
                <a:rPr lang="es-PE" sz="1400" b="1" kern="0"/>
                <a:t>NO</a:t>
              </a:r>
              <a:endParaRPr kumimoji="0" lang="es-PE" sz="1400" b="1" i="0" u="none" strike="noStrike" kern="0" cap="none" spc="0" normalizeH="0" baseline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47" name="Google Shape;681;p28">
              <a:extLst>
                <a:ext uri="{FF2B5EF4-FFF2-40B4-BE49-F238E27FC236}">
                  <a16:creationId xmlns:a16="http://schemas.microsoft.com/office/drawing/2014/main" id="{DADB4597-218B-21D6-D508-535A2ADE8912}"/>
                </a:ext>
              </a:extLst>
            </p:cNvPr>
            <p:cNvSpPr txBox="1">
              <a:spLocks/>
            </p:cNvSpPr>
            <p:nvPr/>
          </p:nvSpPr>
          <p:spPr>
            <a:xfrm>
              <a:off x="4143282" y="3882141"/>
              <a:ext cx="468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tabLst/>
                <a:defRPr/>
              </a:pPr>
              <a:r>
                <a:rPr lang="es-PE" sz="1400" b="1" kern="0"/>
                <a:t>SÍ</a:t>
              </a:r>
              <a:endParaRPr kumimoji="0" lang="es-PE" sz="1400" b="1" i="0" u="none" strike="noStrike" kern="0" cap="none" spc="0" normalizeH="0" baseline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48" name="Google Shape;681;p28">
              <a:extLst>
                <a:ext uri="{FF2B5EF4-FFF2-40B4-BE49-F238E27FC236}">
                  <a16:creationId xmlns:a16="http://schemas.microsoft.com/office/drawing/2014/main" id="{BBE6A6AF-BBED-4E8D-1651-CBDD220F2489}"/>
                </a:ext>
              </a:extLst>
            </p:cNvPr>
            <p:cNvSpPr txBox="1">
              <a:spLocks/>
            </p:cNvSpPr>
            <p:nvPr/>
          </p:nvSpPr>
          <p:spPr>
            <a:xfrm>
              <a:off x="4560720" y="3142762"/>
              <a:ext cx="468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defRPr sz="2800" b="0" i="0" u="none" strike="noStrike" cap="none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800"/>
                <a:buFont typeface="Fira Sans Extra Condensed Medium"/>
                <a:buNone/>
                <a:tabLst/>
                <a:defRPr/>
              </a:pPr>
              <a:r>
                <a:rPr lang="es-PE" sz="1400" b="1" kern="0"/>
                <a:t>NO</a:t>
              </a:r>
              <a:endParaRPr kumimoji="0" lang="es-PE" sz="1400" b="1" i="0" u="none" strike="noStrike" kern="0" cap="none" spc="0" normalizeH="0" baseline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sym typeface="Fira Sans Extra Condensed Medium"/>
              </a:endParaRPr>
            </a:p>
          </p:txBody>
        </p: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0C1CF953-47DC-9E34-A509-48E492F90CD1}"/>
                </a:ext>
              </a:extLst>
            </p:cNvPr>
            <p:cNvCxnSpPr>
              <a:cxnSpLocks/>
              <a:stCxn id="464" idx="6"/>
              <a:endCxn id="318" idx="1"/>
            </p:cNvCxnSpPr>
            <p:nvPr/>
          </p:nvCxnSpPr>
          <p:spPr>
            <a:xfrm flipV="1">
              <a:off x="2374503" y="4108529"/>
              <a:ext cx="444589" cy="933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: angular 39">
              <a:extLst>
                <a:ext uri="{FF2B5EF4-FFF2-40B4-BE49-F238E27FC236}">
                  <a16:creationId xmlns:a16="http://schemas.microsoft.com/office/drawing/2014/main" id="{D3D75EC1-9950-353A-59A5-AE9446C0DC2E}"/>
                </a:ext>
              </a:extLst>
            </p:cNvPr>
            <p:cNvCxnSpPr>
              <a:cxnSpLocks/>
              <a:stCxn id="456" idx="1"/>
              <a:endCxn id="464" idx="2"/>
            </p:cNvCxnSpPr>
            <p:nvPr/>
          </p:nvCxnSpPr>
          <p:spPr>
            <a:xfrm rot="10800000" flipH="1">
              <a:off x="843631" y="4117861"/>
              <a:ext cx="311815" cy="2081219"/>
            </a:xfrm>
            <a:prstGeom prst="bentConnector3">
              <a:avLst>
                <a:gd name="adj1" fmla="val -73313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73" name="Diagrama de flujo: proceso 1172">
              <a:extLst>
                <a:ext uri="{FF2B5EF4-FFF2-40B4-BE49-F238E27FC236}">
                  <a16:creationId xmlns:a16="http://schemas.microsoft.com/office/drawing/2014/main" id="{E9C7B2B4-F4A5-9C1B-49CD-F8FC390DBB93}"/>
                </a:ext>
              </a:extLst>
            </p:cNvPr>
            <p:cNvSpPr/>
            <p:nvPr/>
          </p:nvSpPr>
          <p:spPr>
            <a:xfrm>
              <a:off x="5181731" y="1697714"/>
              <a:ext cx="7058186" cy="380524"/>
            </a:xfrm>
            <a:prstGeom prst="flowChartProcess">
              <a:avLst/>
            </a:prstGeom>
            <a:solidFill>
              <a:srgbClr val="5B9BD5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s-PE" sz="1400" kern="0">
                  <a:solidFill>
                    <a:prstClr val="white"/>
                  </a:solidFill>
                  <a:latin typeface="Flexo" pitchFamily="50" charset="0"/>
                </a:rPr>
                <a:t>Proceso de Estandarización</a:t>
              </a:r>
            </a:p>
          </p:txBody>
        </p:sp>
        <p:sp>
          <p:nvSpPr>
            <p:cNvPr id="9" name="Diagrama de flujo: proceso 8">
              <a:extLst>
                <a:ext uri="{FF2B5EF4-FFF2-40B4-BE49-F238E27FC236}">
                  <a16:creationId xmlns:a16="http://schemas.microsoft.com/office/drawing/2014/main" id="{3028A9DB-7234-3CFF-A1DF-74D362EF054A}"/>
                </a:ext>
              </a:extLst>
            </p:cNvPr>
            <p:cNvSpPr/>
            <p:nvPr/>
          </p:nvSpPr>
          <p:spPr>
            <a:xfrm>
              <a:off x="843633" y="1697714"/>
              <a:ext cx="4338097" cy="380524"/>
            </a:xfrm>
            <a:prstGeom prst="flowChartProcess">
              <a:avLst/>
            </a:prstGeom>
            <a:solidFill>
              <a:srgbClr val="A5A5A5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s-PE" sz="1400" kern="0">
                  <a:solidFill>
                    <a:prstClr val="white"/>
                  </a:solidFill>
                  <a:latin typeface="Flexo" pitchFamily="50" charset="0"/>
                </a:rPr>
                <a:t>Proceso de Prospección/Evaluación</a:t>
              </a:r>
            </a:p>
          </p:txBody>
        </p:sp>
        <p:sp>
          <p:nvSpPr>
            <p:cNvPr id="456" name="Diagrama de flujo: proceso 455">
              <a:extLst>
                <a:ext uri="{FF2B5EF4-FFF2-40B4-BE49-F238E27FC236}">
                  <a16:creationId xmlns:a16="http://schemas.microsoft.com/office/drawing/2014/main" id="{39BEF7E7-2843-01FA-175C-A1639047BD4E}"/>
                </a:ext>
              </a:extLst>
            </p:cNvPr>
            <p:cNvSpPr/>
            <p:nvPr/>
          </p:nvSpPr>
          <p:spPr>
            <a:xfrm>
              <a:off x="843632" y="6008817"/>
              <a:ext cx="11390853" cy="380524"/>
            </a:xfrm>
            <a:prstGeom prst="flowChartProcess">
              <a:avLst/>
            </a:prstGeom>
            <a:solidFill>
              <a:srgbClr val="FFC000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es-PE" sz="2000" b="1" kern="0">
                  <a:solidFill>
                    <a:prstClr val="white"/>
                  </a:solidFill>
                  <a:latin typeface="Flexo" pitchFamily="50" charset="0"/>
                </a:rPr>
                <a:t>DOMINIOS Y SUBDOMINIOS</a:t>
              </a:r>
            </a:p>
          </p:txBody>
        </p:sp>
        <p:cxnSp>
          <p:nvCxnSpPr>
            <p:cNvPr id="489" name="Conector: angular 488">
              <a:extLst>
                <a:ext uri="{FF2B5EF4-FFF2-40B4-BE49-F238E27FC236}">
                  <a16:creationId xmlns:a16="http://schemas.microsoft.com/office/drawing/2014/main" id="{F69D59B5-7EDB-8FD7-74C0-5EC9076F4F50}"/>
                </a:ext>
              </a:extLst>
            </p:cNvPr>
            <p:cNvCxnSpPr>
              <a:cxnSpLocks/>
              <a:stCxn id="488" idx="3"/>
              <a:endCxn id="456" idx="3"/>
            </p:cNvCxnSpPr>
            <p:nvPr/>
          </p:nvCxnSpPr>
          <p:spPr>
            <a:xfrm flipH="1">
              <a:off x="12234485" y="2261956"/>
              <a:ext cx="1" cy="3937123"/>
            </a:xfrm>
            <a:prstGeom prst="bentConnector3">
              <a:avLst>
                <a:gd name="adj1" fmla="val -22860000000"/>
              </a:avLst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4" name="Conector: angular 493">
              <a:extLst>
                <a:ext uri="{FF2B5EF4-FFF2-40B4-BE49-F238E27FC236}">
                  <a16:creationId xmlns:a16="http://schemas.microsoft.com/office/drawing/2014/main" id="{3205952A-EFE8-332A-359C-4CB136823588}"/>
                </a:ext>
              </a:extLst>
            </p:cNvPr>
            <p:cNvCxnSpPr>
              <a:cxnSpLocks/>
              <a:stCxn id="309" idx="1"/>
              <a:endCxn id="456" idx="0"/>
            </p:cNvCxnSpPr>
            <p:nvPr/>
          </p:nvCxnSpPr>
          <p:spPr>
            <a:xfrm>
              <a:off x="5195297" y="5477823"/>
              <a:ext cx="1343762" cy="530994"/>
            </a:xfrm>
            <a:prstGeom prst="bentConnector2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Google Shape;652;p29">
              <a:extLst>
                <a:ext uri="{FF2B5EF4-FFF2-40B4-BE49-F238E27FC236}">
                  <a16:creationId xmlns:a16="http://schemas.microsoft.com/office/drawing/2014/main" id="{DE00ED81-AC14-6DDE-CCE5-24329BB8D9B6}"/>
                </a:ext>
              </a:extLst>
            </p:cNvPr>
            <p:cNvSpPr txBox="1"/>
            <p:nvPr/>
          </p:nvSpPr>
          <p:spPr>
            <a:xfrm>
              <a:off x="7876754" y="2154770"/>
              <a:ext cx="513720" cy="2520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s-PE" sz="1200" b="1" kern="0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CERTI</a:t>
              </a:r>
            </a:p>
          </p:txBody>
        </p:sp>
        <p:sp>
          <p:nvSpPr>
            <p:cNvPr id="10" name="Google Shape;652;p29">
              <a:extLst>
                <a:ext uri="{FF2B5EF4-FFF2-40B4-BE49-F238E27FC236}">
                  <a16:creationId xmlns:a16="http://schemas.microsoft.com/office/drawing/2014/main" id="{1928D4AC-3BC5-A614-A9EE-55298DF34B54}"/>
                </a:ext>
              </a:extLst>
            </p:cNvPr>
            <p:cNvSpPr txBox="1"/>
            <p:nvPr/>
          </p:nvSpPr>
          <p:spPr>
            <a:xfrm>
              <a:off x="8457790" y="2154770"/>
              <a:ext cx="972889" cy="2520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s-PE" sz="1200" b="1" kern="0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FULL VIGENTE</a:t>
              </a:r>
            </a:p>
          </p:txBody>
        </p:sp>
      </p:grpSp>
      <p:sp>
        <p:nvSpPr>
          <p:cNvPr id="39" name="Google Shape;652;p29">
            <a:extLst>
              <a:ext uri="{FF2B5EF4-FFF2-40B4-BE49-F238E27FC236}">
                <a16:creationId xmlns:a16="http://schemas.microsoft.com/office/drawing/2014/main" id="{91EFBE9A-76E9-63A0-7C71-7D2281D4541B}"/>
              </a:ext>
            </a:extLst>
          </p:cNvPr>
          <p:cNvSpPr txBox="1"/>
          <p:nvPr/>
        </p:nvSpPr>
        <p:spPr>
          <a:xfrm>
            <a:off x="4658903" y="6073079"/>
            <a:ext cx="1620000" cy="2520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  <a:prstDash val="lgDash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PE" sz="1200" b="1" kern="0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 CUBIERTO</a:t>
            </a:r>
          </a:p>
        </p:txBody>
      </p:sp>
      <p:sp>
        <p:nvSpPr>
          <p:cNvPr id="41" name="Google Shape;652;p29">
            <a:extLst>
              <a:ext uri="{FF2B5EF4-FFF2-40B4-BE49-F238E27FC236}">
                <a16:creationId xmlns:a16="http://schemas.microsoft.com/office/drawing/2014/main" id="{CF00C99B-09B4-645F-83EC-A0AB773EB518}"/>
              </a:ext>
            </a:extLst>
          </p:cNvPr>
          <p:cNvSpPr txBox="1"/>
          <p:nvPr/>
        </p:nvSpPr>
        <p:spPr>
          <a:xfrm>
            <a:off x="6459666" y="6073079"/>
            <a:ext cx="1620000" cy="252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  <a:prstDash val="lgDash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PE" sz="1100" b="1" kern="0" dirty="0">
                <a:solidFill>
                  <a:sysClr val="windowText" lastClr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PARCIALMENTE CUBIERTO</a:t>
            </a:r>
          </a:p>
        </p:txBody>
      </p:sp>
      <p:sp>
        <p:nvSpPr>
          <p:cNvPr id="42" name="Google Shape;652;p29">
            <a:extLst>
              <a:ext uri="{FF2B5EF4-FFF2-40B4-BE49-F238E27FC236}">
                <a16:creationId xmlns:a16="http://schemas.microsoft.com/office/drawing/2014/main" id="{5F557E71-3BC9-D967-CDD2-CEE6DA977222}"/>
              </a:ext>
            </a:extLst>
          </p:cNvPr>
          <p:cNvSpPr txBox="1"/>
          <p:nvPr/>
        </p:nvSpPr>
        <p:spPr>
          <a:xfrm>
            <a:off x="8260429" y="6073079"/>
            <a:ext cx="1620000" cy="2520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  <a:prstDash val="lgDash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PE" sz="1200" b="1" kern="0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NUEVO/EN ADOPCIÓN</a:t>
            </a:r>
          </a:p>
        </p:txBody>
      </p:sp>
      <p:sp>
        <p:nvSpPr>
          <p:cNvPr id="43" name="Google Shape;652;p29">
            <a:extLst>
              <a:ext uri="{FF2B5EF4-FFF2-40B4-BE49-F238E27FC236}">
                <a16:creationId xmlns:a16="http://schemas.microsoft.com/office/drawing/2014/main" id="{C9329FBF-AD73-E641-6F18-30DD35D8F731}"/>
              </a:ext>
            </a:extLst>
          </p:cNvPr>
          <p:cNvSpPr txBox="1"/>
          <p:nvPr/>
        </p:nvSpPr>
        <p:spPr>
          <a:xfrm>
            <a:off x="10061193" y="6073079"/>
            <a:ext cx="1620000" cy="252000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  <a:prstDash val="lgDash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PE" sz="1200" b="1" kern="0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CUBIERTO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E6E71C9-4F6B-E282-A667-7F76BBC50058}"/>
              </a:ext>
            </a:extLst>
          </p:cNvPr>
          <p:cNvCxnSpPr>
            <a:cxnSpLocks/>
          </p:cNvCxnSpPr>
          <p:nvPr/>
        </p:nvCxnSpPr>
        <p:spPr>
          <a:xfrm>
            <a:off x="6796097" y="2452218"/>
            <a:ext cx="0" cy="35565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1B5AE73-B962-908B-3A80-81CEC1631A63}"/>
              </a:ext>
            </a:extLst>
          </p:cNvPr>
          <p:cNvCxnSpPr>
            <a:cxnSpLocks/>
          </p:cNvCxnSpPr>
          <p:nvPr/>
        </p:nvCxnSpPr>
        <p:spPr>
          <a:xfrm>
            <a:off x="10332406" y="2452218"/>
            <a:ext cx="0" cy="35565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087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8B187C9B-155D-CA08-E5A3-E53DCCF5FF0F}"/>
              </a:ext>
            </a:extLst>
          </p:cNvPr>
          <p:cNvGrpSpPr/>
          <p:nvPr/>
        </p:nvGrpSpPr>
        <p:grpSpPr>
          <a:xfrm>
            <a:off x="1107824" y="3079279"/>
            <a:ext cx="8933255" cy="2499245"/>
            <a:chOff x="1107824" y="3079279"/>
            <a:chExt cx="8933255" cy="2499245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DC1BCBE9-4BE2-92BF-2B0D-2289EBC7C2F0}"/>
                </a:ext>
              </a:extLst>
            </p:cNvPr>
            <p:cNvGrpSpPr/>
            <p:nvPr/>
          </p:nvGrpSpPr>
          <p:grpSpPr>
            <a:xfrm>
              <a:off x="1107824" y="3079279"/>
              <a:ext cx="1750937" cy="2499245"/>
              <a:chOff x="875524" y="3079279"/>
              <a:chExt cx="1750937" cy="2499245"/>
            </a:xfrm>
          </p:grpSpPr>
          <p:cxnSp>
            <p:nvCxnSpPr>
              <p:cNvPr id="5" name="Conector recto 4">
                <a:extLst>
                  <a:ext uri="{FF2B5EF4-FFF2-40B4-BE49-F238E27FC236}">
                    <a16:creationId xmlns:a16="http://schemas.microsoft.com/office/drawing/2014/main" id="{E5DB9F59-CC94-2EC1-D60F-B46E6986D8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993" y="3079279"/>
                <a:ext cx="0" cy="1800000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Google Shape;652;p29">
                <a:extLst>
                  <a:ext uri="{FF2B5EF4-FFF2-40B4-BE49-F238E27FC236}">
                    <a16:creationId xmlns:a16="http://schemas.microsoft.com/office/drawing/2014/main" id="{EBB674CC-AA1C-7D83-155E-975E380CCFA0}"/>
                  </a:ext>
                </a:extLst>
              </p:cNvPr>
              <p:cNvSpPr txBox="1"/>
              <p:nvPr/>
            </p:nvSpPr>
            <p:spPr>
              <a:xfrm>
                <a:off x="875524" y="4879279"/>
                <a:ext cx="1750937" cy="699245"/>
              </a:xfrm>
              <a:prstGeom prst="rect">
                <a:avLst/>
              </a:prstGeom>
              <a:noFill/>
              <a:ln>
                <a:solidFill>
                  <a:srgbClr val="117EA7"/>
                </a:solidFill>
                <a:prstDash val="lgDash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r>
                  <a:rPr lang="en" sz="1200" b="1" kern="0">
                    <a:solidFill>
                      <a:srgbClr val="4F67A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ACTUALIZACIÓN DEL ESTADO DE LOS SUBDOMINIOS</a:t>
                </a:r>
                <a:endParaRPr sz="1200" b="1" kern="0">
                  <a:solidFill>
                    <a:srgbClr val="4F67A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F70DDA5E-3E16-B925-6056-CC5CD178C51B}"/>
                </a:ext>
              </a:extLst>
            </p:cNvPr>
            <p:cNvGrpSpPr/>
            <p:nvPr/>
          </p:nvGrpSpPr>
          <p:grpSpPr>
            <a:xfrm>
              <a:off x="3501930" y="3079279"/>
              <a:ext cx="1750937" cy="2499245"/>
              <a:chOff x="4691745" y="3079279"/>
              <a:chExt cx="1750937" cy="2499245"/>
            </a:xfrm>
          </p:grpSpPr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6D63183E-83FD-5406-315C-6A57EB48EE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7214" y="3079279"/>
                <a:ext cx="0" cy="1800000"/>
              </a:xfrm>
              <a:prstGeom prst="line">
                <a:avLst/>
              </a:prstGeom>
              <a:ln>
                <a:solidFill>
                  <a:srgbClr val="8BC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Google Shape;652;p29">
                <a:extLst>
                  <a:ext uri="{FF2B5EF4-FFF2-40B4-BE49-F238E27FC236}">
                    <a16:creationId xmlns:a16="http://schemas.microsoft.com/office/drawing/2014/main" id="{9428AF43-62E7-A688-94D5-9F95E4E78449}"/>
                  </a:ext>
                </a:extLst>
              </p:cNvPr>
              <p:cNvSpPr txBox="1"/>
              <p:nvPr/>
            </p:nvSpPr>
            <p:spPr>
              <a:xfrm>
                <a:off x="4691745" y="4879279"/>
                <a:ext cx="1750937" cy="699245"/>
              </a:xfrm>
              <a:prstGeom prst="rect">
                <a:avLst/>
              </a:prstGeom>
              <a:noFill/>
              <a:ln>
                <a:solidFill>
                  <a:srgbClr val="8BC5EB"/>
                </a:solidFill>
                <a:prstDash val="lgDash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r>
                  <a:rPr lang="en" sz="1200" b="1" kern="0">
                    <a:solidFill>
                      <a:srgbClr val="4F67A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APROBACIÓN DE LA ACTUALIZACIÓN DEL ESTADO DE LOS SUBDOMINIOS</a:t>
                </a:r>
                <a:endParaRPr sz="1200" b="1" kern="0">
                  <a:solidFill>
                    <a:srgbClr val="4F67A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09F010C-A683-1D12-127A-43A31926A889}"/>
                </a:ext>
              </a:extLst>
            </p:cNvPr>
            <p:cNvGrpSpPr/>
            <p:nvPr/>
          </p:nvGrpSpPr>
          <p:grpSpPr>
            <a:xfrm>
              <a:off x="5896036" y="3079279"/>
              <a:ext cx="1750937" cy="2499245"/>
              <a:chOff x="6595190" y="3079279"/>
              <a:chExt cx="1750937" cy="2499245"/>
            </a:xfrm>
          </p:grpSpPr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99F34087-D3F0-FDA9-0B6E-A654F25507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70659" y="3079279"/>
                <a:ext cx="0" cy="1800000"/>
              </a:xfrm>
              <a:prstGeom prst="line">
                <a:avLst/>
              </a:prstGeom>
              <a:ln>
                <a:solidFill>
                  <a:srgbClr val="8BC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Google Shape;652;p29">
                <a:extLst>
                  <a:ext uri="{FF2B5EF4-FFF2-40B4-BE49-F238E27FC236}">
                    <a16:creationId xmlns:a16="http://schemas.microsoft.com/office/drawing/2014/main" id="{37E81046-12C1-A9AB-091B-43FB55BDC763}"/>
                  </a:ext>
                </a:extLst>
              </p:cNvPr>
              <p:cNvSpPr txBox="1"/>
              <p:nvPr/>
            </p:nvSpPr>
            <p:spPr>
              <a:xfrm>
                <a:off x="6595190" y="4879279"/>
                <a:ext cx="1750937" cy="699245"/>
              </a:xfrm>
              <a:prstGeom prst="rect">
                <a:avLst/>
              </a:prstGeom>
              <a:noFill/>
              <a:ln>
                <a:solidFill>
                  <a:srgbClr val="8BC5EB"/>
                </a:solidFill>
                <a:prstDash val="lgDash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r>
                  <a:rPr lang="en" sz="1200" b="1" kern="0">
                    <a:solidFill>
                      <a:srgbClr val="4F67A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DOCUMENTACIÓN DEL MAPA TECNOLÓGICO EN CONFLUENCE</a:t>
                </a:r>
                <a:endParaRPr sz="1200" b="1" kern="0">
                  <a:solidFill>
                    <a:srgbClr val="4F67A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5E36959-D8B9-079A-6B3C-05016E342030}"/>
                </a:ext>
              </a:extLst>
            </p:cNvPr>
            <p:cNvGrpSpPr/>
            <p:nvPr/>
          </p:nvGrpSpPr>
          <p:grpSpPr>
            <a:xfrm>
              <a:off x="8290142" y="3079279"/>
              <a:ext cx="1750937" cy="2499245"/>
              <a:chOff x="8508768" y="3079279"/>
              <a:chExt cx="1750937" cy="2499245"/>
            </a:xfrm>
          </p:grpSpPr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C208EB86-9AB3-09B8-D188-09C4CF7EC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4237" y="3079279"/>
                <a:ext cx="0" cy="1800000"/>
              </a:xfrm>
              <a:prstGeom prst="line">
                <a:avLst/>
              </a:prstGeom>
              <a:ln>
                <a:solidFill>
                  <a:srgbClr val="34A9E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Google Shape;652;p29">
                <a:extLst>
                  <a:ext uri="{FF2B5EF4-FFF2-40B4-BE49-F238E27FC236}">
                    <a16:creationId xmlns:a16="http://schemas.microsoft.com/office/drawing/2014/main" id="{744610F4-EBFF-042B-CE7A-E1FADCC31825}"/>
                  </a:ext>
                </a:extLst>
              </p:cNvPr>
              <p:cNvSpPr txBox="1"/>
              <p:nvPr/>
            </p:nvSpPr>
            <p:spPr>
              <a:xfrm>
                <a:off x="8508768" y="4879279"/>
                <a:ext cx="1750937" cy="699245"/>
              </a:xfrm>
              <a:prstGeom prst="rect">
                <a:avLst/>
              </a:prstGeom>
              <a:noFill/>
              <a:ln>
                <a:solidFill>
                  <a:srgbClr val="34A9E3"/>
                </a:solidFill>
                <a:prstDash val="lgDash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r>
                  <a:rPr lang="en" sz="1200" b="1" kern="0">
                    <a:solidFill>
                      <a:srgbClr val="4F67A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PUBLICACIÓN DEL MAPA TECNOLÓGICO EN WORKPLACE</a:t>
                </a:r>
                <a:endParaRPr sz="1200" b="1" kern="0">
                  <a:solidFill>
                    <a:srgbClr val="4F67A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9264D8D-084D-7F8F-8C1B-23D60A4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MACROPROCESO DE MAPA TECNOLÓGICO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BEE0B46-5369-8C9A-118E-6F9FDE88E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151935"/>
              </p:ext>
            </p:extLst>
          </p:nvPr>
        </p:nvGraphicFramePr>
        <p:xfrm>
          <a:off x="838200" y="1825625"/>
          <a:ext cx="10515600" cy="2513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3122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64D8D-084D-7F8F-8C1B-23D60A4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Actualizar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3F98894-3457-46EC-AA5E-1B5A50406BA1}"/>
              </a:ext>
            </a:extLst>
          </p:cNvPr>
          <p:cNvGrpSpPr/>
          <p:nvPr/>
        </p:nvGrpSpPr>
        <p:grpSpPr>
          <a:xfrm>
            <a:off x="838200" y="1780136"/>
            <a:ext cx="10515600" cy="4464122"/>
            <a:chOff x="838200" y="1780136"/>
            <a:chExt cx="10515600" cy="4464122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DC1BCBE9-4BE2-92BF-2B0D-2289EBC7C2F0}"/>
                </a:ext>
              </a:extLst>
            </p:cNvPr>
            <p:cNvGrpSpPr/>
            <p:nvPr/>
          </p:nvGrpSpPr>
          <p:grpSpPr>
            <a:xfrm>
              <a:off x="1099459" y="2944342"/>
              <a:ext cx="1750937" cy="2499245"/>
              <a:chOff x="875524" y="3079279"/>
              <a:chExt cx="1750937" cy="2499245"/>
            </a:xfrm>
          </p:grpSpPr>
          <p:cxnSp>
            <p:nvCxnSpPr>
              <p:cNvPr id="5" name="Conector recto 4">
                <a:extLst>
                  <a:ext uri="{FF2B5EF4-FFF2-40B4-BE49-F238E27FC236}">
                    <a16:creationId xmlns:a16="http://schemas.microsoft.com/office/drawing/2014/main" id="{E5DB9F59-CC94-2EC1-D60F-B46E6986D8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993" y="3079279"/>
                <a:ext cx="0" cy="1800000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Google Shape;652;p29">
                <a:extLst>
                  <a:ext uri="{FF2B5EF4-FFF2-40B4-BE49-F238E27FC236}">
                    <a16:creationId xmlns:a16="http://schemas.microsoft.com/office/drawing/2014/main" id="{EBB674CC-AA1C-7D83-155E-975E380CCFA0}"/>
                  </a:ext>
                </a:extLst>
              </p:cNvPr>
              <p:cNvSpPr txBox="1"/>
              <p:nvPr/>
            </p:nvSpPr>
            <p:spPr>
              <a:xfrm>
                <a:off x="875524" y="4879279"/>
                <a:ext cx="1750937" cy="699245"/>
              </a:xfrm>
              <a:prstGeom prst="rect">
                <a:avLst/>
              </a:prstGeom>
              <a:solidFill>
                <a:srgbClr val="03C2A2"/>
              </a:solidFill>
              <a:ln>
                <a:noFill/>
              </a:ln>
            </p:spPr>
            <p:txBody>
              <a:bodyPr spcFirstLastPara="1" wrap="square" lIns="36000" tIns="0" rIns="3600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 sz="12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Arial"/>
                  </a:defRPr>
                </a:lvl1pPr>
                <a:lvl2pPr marR="0" lv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s-ES" sz="900">
                    <a:sym typeface="Fira Sans Extra Condensed Medium"/>
                  </a:rPr>
                  <a:t>SOLICITA ACTUALIZACIÓN DEL ESTADO DE LOS CAPABILITIES Y SUBDOMINIOS</a:t>
                </a:r>
                <a:endParaRPr sz="900">
                  <a:sym typeface="Fira Sans Extra Condensed Medium"/>
                </a:endParaRPr>
              </a:p>
            </p:txBody>
          </p:sp>
        </p:grpSp>
        <p:sp>
          <p:nvSpPr>
            <p:cNvPr id="9" name="Google Shape;652;p29">
              <a:extLst>
                <a:ext uri="{FF2B5EF4-FFF2-40B4-BE49-F238E27FC236}">
                  <a16:creationId xmlns:a16="http://schemas.microsoft.com/office/drawing/2014/main" id="{CCF86A60-5924-2946-188E-F45E44CA767C}"/>
                </a:ext>
              </a:extLst>
            </p:cNvPr>
            <p:cNvSpPr txBox="1"/>
            <p:nvPr/>
          </p:nvSpPr>
          <p:spPr>
            <a:xfrm>
              <a:off x="3002904" y="4744342"/>
              <a:ext cx="1750937" cy="699245"/>
            </a:xfrm>
            <a:prstGeom prst="rect">
              <a:avLst/>
            </a:prstGeom>
            <a:solidFill>
              <a:srgbClr val="2B8597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REALIZA LA ACTUALIZACIÓN SEGÚN EL SPOC QUE CORRESPONDA</a:t>
              </a:r>
              <a:endParaRPr sz="1050">
                <a:sym typeface="Fira Sans Extra Condensed Medium"/>
              </a:endParaRPr>
            </a:p>
          </p:txBody>
        </p:sp>
        <p:sp>
          <p:nvSpPr>
            <p:cNvPr id="14" name="Google Shape;652;p29">
              <a:extLst>
                <a:ext uri="{FF2B5EF4-FFF2-40B4-BE49-F238E27FC236}">
                  <a16:creationId xmlns:a16="http://schemas.microsoft.com/office/drawing/2014/main" id="{9428AF43-62E7-A688-94D5-9F95E4E78449}"/>
                </a:ext>
              </a:extLst>
            </p:cNvPr>
            <p:cNvSpPr txBox="1"/>
            <p:nvPr/>
          </p:nvSpPr>
          <p:spPr>
            <a:xfrm>
              <a:off x="4915680" y="4744342"/>
              <a:ext cx="1750937" cy="699245"/>
            </a:xfrm>
            <a:prstGeom prst="rect">
              <a:avLst/>
            </a:prstGeom>
            <a:solidFill>
              <a:srgbClr val="4F67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CONSOLIDA LA INFORMACIÓN ACTUALIZADA</a:t>
              </a:r>
              <a:endParaRPr sz="1050">
                <a:sym typeface="Fira Sans Extra Condensed Medium"/>
              </a:endParaRPr>
            </a:p>
          </p:txBody>
        </p:sp>
        <p:sp>
          <p:nvSpPr>
            <p:cNvPr id="16" name="Google Shape;652;p29">
              <a:extLst>
                <a:ext uri="{FF2B5EF4-FFF2-40B4-BE49-F238E27FC236}">
                  <a16:creationId xmlns:a16="http://schemas.microsoft.com/office/drawing/2014/main" id="{37E81046-12C1-A9AB-091B-43FB55BDC763}"/>
                </a:ext>
              </a:extLst>
            </p:cNvPr>
            <p:cNvSpPr txBox="1"/>
            <p:nvPr/>
          </p:nvSpPr>
          <p:spPr>
            <a:xfrm>
              <a:off x="6819125" y="4744342"/>
              <a:ext cx="1750937" cy="699245"/>
            </a:xfrm>
            <a:prstGeom prst="rect">
              <a:avLst/>
            </a:prstGeom>
            <a:solidFill>
              <a:srgbClr val="796295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AGENDA LA SESIÓN DE REVISIÓN Y APROBACIÓN</a:t>
              </a:r>
              <a:endParaRPr sz="1050">
                <a:sym typeface="Fira Sans Extra Condensed Medium"/>
              </a:endParaRPr>
            </a:p>
          </p:txBody>
        </p:sp>
        <p:cxnSp>
          <p:nvCxnSpPr>
            <p:cNvPr id="7" name="Conector: angular 6">
              <a:extLst>
                <a:ext uri="{FF2B5EF4-FFF2-40B4-BE49-F238E27FC236}">
                  <a16:creationId xmlns:a16="http://schemas.microsoft.com/office/drawing/2014/main" id="{8AF5C4ED-31CE-83CF-AFDE-7CB1371306DC}"/>
                </a:ext>
              </a:extLst>
            </p:cNvPr>
            <p:cNvCxnSpPr>
              <a:cxnSpLocks/>
              <a:stCxn id="6" idx="2"/>
              <a:endCxn id="9" idx="2"/>
            </p:cNvCxnSpPr>
            <p:nvPr/>
          </p:nvCxnSpPr>
          <p:spPr>
            <a:xfrm rot="16200000" flipH="1">
              <a:off x="2926650" y="4491864"/>
              <a:ext cx="12700" cy="1903445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03C2A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D71269F2-1518-421B-CD09-5C77B31661BB}"/>
                </a:ext>
              </a:extLst>
            </p:cNvPr>
            <p:cNvCxnSpPr>
              <a:cxnSpLocks/>
              <a:stCxn id="9" idx="0"/>
              <a:endCxn id="14" idx="0"/>
            </p:cNvCxnSpPr>
            <p:nvPr/>
          </p:nvCxnSpPr>
          <p:spPr>
            <a:xfrm rot="5400000" flipH="1" flipV="1">
              <a:off x="4834761" y="3787954"/>
              <a:ext cx="12700" cy="1912776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2B859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6" name="Conector: angular 25">
              <a:extLst>
                <a:ext uri="{FF2B5EF4-FFF2-40B4-BE49-F238E27FC236}">
                  <a16:creationId xmlns:a16="http://schemas.microsoft.com/office/drawing/2014/main" id="{84A48828-8C58-46FC-80F0-5616EE28A07C}"/>
                </a:ext>
              </a:extLst>
            </p:cNvPr>
            <p:cNvCxnSpPr>
              <a:cxnSpLocks/>
              <a:stCxn id="14" idx="2"/>
              <a:endCxn id="16" idx="2"/>
            </p:cNvCxnSpPr>
            <p:nvPr/>
          </p:nvCxnSpPr>
          <p:spPr>
            <a:xfrm rot="16200000" flipH="1">
              <a:off x="6742871" y="4491864"/>
              <a:ext cx="12700" cy="1903445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4F67A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891BF92D-8CA2-B751-DC1B-A714A2A8B8C8}"/>
                </a:ext>
              </a:extLst>
            </p:cNvPr>
            <p:cNvGrpSpPr/>
            <p:nvPr/>
          </p:nvGrpSpPr>
          <p:grpSpPr>
            <a:xfrm>
              <a:off x="1062135" y="5437236"/>
              <a:ext cx="989048" cy="807022"/>
              <a:chOff x="651000" y="5377406"/>
              <a:chExt cx="989048" cy="807022"/>
            </a:xfrm>
          </p:grpSpPr>
          <p:pic>
            <p:nvPicPr>
              <p:cNvPr id="30" name="Gráfico 29" descr="Usuarios con relleno sólido">
                <a:extLst>
                  <a:ext uri="{FF2B5EF4-FFF2-40B4-BE49-F238E27FC236}">
                    <a16:creationId xmlns:a16="http://schemas.microsoft.com/office/drawing/2014/main" id="{D510CFFE-5FD1-B10A-4C5E-3D38FC876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1" name="Google Shape;192;p21">
                <a:extLst>
                  <a:ext uri="{FF2B5EF4-FFF2-40B4-BE49-F238E27FC236}">
                    <a16:creationId xmlns:a16="http://schemas.microsoft.com/office/drawing/2014/main" id="{F3C6F388-2ABE-3585-C484-0CC966DEB996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5520EFBC-59F6-3DAD-0F39-89FF81AF608F}"/>
                </a:ext>
              </a:extLst>
            </p:cNvPr>
            <p:cNvGrpSpPr/>
            <p:nvPr/>
          </p:nvGrpSpPr>
          <p:grpSpPr>
            <a:xfrm>
              <a:off x="3774123" y="5437236"/>
              <a:ext cx="989048" cy="807022"/>
              <a:chOff x="651000" y="5377406"/>
              <a:chExt cx="989048" cy="807022"/>
            </a:xfrm>
          </p:grpSpPr>
          <p:pic>
            <p:nvPicPr>
              <p:cNvPr id="34" name="Gráfico 33" descr="Usuarios con relleno sólido">
                <a:extLst>
                  <a:ext uri="{FF2B5EF4-FFF2-40B4-BE49-F238E27FC236}">
                    <a16:creationId xmlns:a16="http://schemas.microsoft.com/office/drawing/2014/main" id="{E266DE48-F9B1-6C34-0FF6-53B382A77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5" name="Google Shape;192;p21">
                <a:extLst>
                  <a:ext uri="{FF2B5EF4-FFF2-40B4-BE49-F238E27FC236}">
                    <a16:creationId xmlns:a16="http://schemas.microsoft.com/office/drawing/2014/main" id="{A942D2DE-965F-ADB9-D57D-412D14403B9A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>
                    <a:sym typeface="Bebas Neue"/>
                  </a:rPr>
                  <a:t>CHAPTER LEADER (SPOC)</a:t>
                </a:r>
              </a:p>
            </p:txBody>
          </p: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5B8BD478-61F4-9B04-990C-1DA55E666099}"/>
                </a:ext>
              </a:extLst>
            </p:cNvPr>
            <p:cNvGrpSpPr/>
            <p:nvPr/>
          </p:nvGrpSpPr>
          <p:grpSpPr>
            <a:xfrm>
              <a:off x="4915679" y="5437236"/>
              <a:ext cx="989048" cy="807022"/>
              <a:chOff x="651000" y="5377406"/>
              <a:chExt cx="989048" cy="807022"/>
            </a:xfrm>
          </p:grpSpPr>
          <p:pic>
            <p:nvPicPr>
              <p:cNvPr id="37" name="Gráfico 36" descr="Usuarios con relleno sólido">
                <a:extLst>
                  <a:ext uri="{FF2B5EF4-FFF2-40B4-BE49-F238E27FC236}">
                    <a16:creationId xmlns:a16="http://schemas.microsoft.com/office/drawing/2014/main" id="{E24B6AF6-8D5F-3DBB-4174-ECB31A8D8E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8" name="Google Shape;192;p21">
                <a:extLst>
                  <a:ext uri="{FF2B5EF4-FFF2-40B4-BE49-F238E27FC236}">
                    <a16:creationId xmlns:a16="http://schemas.microsoft.com/office/drawing/2014/main" id="{64A181BC-4981-2921-FD66-08C206B713CB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7B000CE2-F0DD-AB16-E811-60F4C2E15D3F}"/>
                </a:ext>
              </a:extLst>
            </p:cNvPr>
            <p:cNvGrpSpPr/>
            <p:nvPr/>
          </p:nvGrpSpPr>
          <p:grpSpPr>
            <a:xfrm>
              <a:off x="7581014" y="5437236"/>
              <a:ext cx="989048" cy="807022"/>
              <a:chOff x="651000" y="5377406"/>
              <a:chExt cx="989048" cy="807022"/>
            </a:xfrm>
          </p:grpSpPr>
          <p:pic>
            <p:nvPicPr>
              <p:cNvPr id="40" name="Gráfico 39" descr="Usuarios con relleno sólido">
                <a:extLst>
                  <a:ext uri="{FF2B5EF4-FFF2-40B4-BE49-F238E27FC236}">
                    <a16:creationId xmlns:a16="http://schemas.microsoft.com/office/drawing/2014/main" id="{79BC12A2-9486-8DC8-D62C-9F13F3C66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41" name="Google Shape;192;p21">
                <a:extLst>
                  <a:ext uri="{FF2B5EF4-FFF2-40B4-BE49-F238E27FC236}">
                    <a16:creationId xmlns:a16="http://schemas.microsoft.com/office/drawing/2014/main" id="{B84BB769-3BEB-BAFF-A31E-74E1063B1209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aphicFrame>
          <p:nvGraphicFramePr>
            <p:cNvPr id="46" name="Marcador de contenido 3">
              <a:extLst>
                <a:ext uri="{FF2B5EF4-FFF2-40B4-BE49-F238E27FC236}">
                  <a16:creationId xmlns:a16="http://schemas.microsoft.com/office/drawing/2014/main" id="{FFF74445-098B-F830-2341-E3CBA17DD63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36707069"/>
                </p:ext>
              </p:extLst>
            </p:nvPr>
          </p:nvGraphicFramePr>
          <p:xfrm>
            <a:off x="838200" y="1780136"/>
            <a:ext cx="10515600" cy="25131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34198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64D8D-084D-7F8F-8C1B-23D60A4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Revisar y Aprobar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F4AB24C-7CDB-7A86-3E30-6D40E1C4044C}"/>
              </a:ext>
            </a:extLst>
          </p:cNvPr>
          <p:cNvGrpSpPr/>
          <p:nvPr/>
        </p:nvGrpSpPr>
        <p:grpSpPr>
          <a:xfrm>
            <a:off x="838200" y="1822290"/>
            <a:ext cx="10515600" cy="4421968"/>
            <a:chOff x="838200" y="1822290"/>
            <a:chExt cx="10515600" cy="4421968"/>
          </a:xfrm>
        </p:grpSpPr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C00115A9-F57D-0C89-D848-8722BCEB0604}"/>
                </a:ext>
              </a:extLst>
            </p:cNvPr>
            <p:cNvGrpSpPr/>
            <p:nvPr/>
          </p:nvGrpSpPr>
          <p:grpSpPr>
            <a:xfrm>
              <a:off x="1750992" y="3078845"/>
              <a:ext cx="2628253" cy="1665497"/>
              <a:chOff x="1750992" y="3078845"/>
              <a:chExt cx="2628253" cy="1665497"/>
            </a:xfrm>
          </p:grpSpPr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E9C4B4F6-6F0C-51D8-D87E-E2F26DB5E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7342" y="4324885"/>
                <a:ext cx="0" cy="419457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6699D141-1068-786F-A33D-5C72CF4302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245" y="3078845"/>
                <a:ext cx="0" cy="1256555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CBD24737-DBA5-9DA4-B040-24EFE86D53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992" y="4324885"/>
                <a:ext cx="2628253" cy="0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6" name="Marcador de contenido 3">
              <a:extLst>
                <a:ext uri="{FF2B5EF4-FFF2-40B4-BE49-F238E27FC236}">
                  <a16:creationId xmlns:a16="http://schemas.microsoft.com/office/drawing/2014/main" id="{1A45489E-3937-515F-E31B-1B4C9DEF1AD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5261696"/>
                </p:ext>
              </p:extLst>
            </p:nvPr>
          </p:nvGraphicFramePr>
          <p:xfrm>
            <a:off x="838200" y="1822290"/>
            <a:ext cx="10515600" cy="25131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Google Shape;652;p29">
              <a:extLst>
                <a:ext uri="{FF2B5EF4-FFF2-40B4-BE49-F238E27FC236}">
                  <a16:creationId xmlns:a16="http://schemas.microsoft.com/office/drawing/2014/main" id="{EBB674CC-AA1C-7D83-155E-975E380CCFA0}"/>
                </a:ext>
              </a:extLst>
            </p:cNvPr>
            <p:cNvSpPr txBox="1"/>
            <p:nvPr/>
          </p:nvSpPr>
          <p:spPr>
            <a:xfrm>
              <a:off x="875524" y="4744342"/>
              <a:ext cx="1750937" cy="699245"/>
            </a:xfrm>
            <a:prstGeom prst="rect">
              <a:avLst/>
            </a:prstGeom>
            <a:solidFill>
              <a:srgbClr val="03C2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s-ES" sz="900">
                  <a:sym typeface="Fira Sans Extra Condensed Medium"/>
                </a:rPr>
                <a:t>PRESENTACIÓN DE LA ACTUALIZACIÓN DE ESTADO DE SUBDOMINIO Y CAPABILITY</a:t>
              </a:r>
              <a:endParaRPr sz="900">
                <a:sym typeface="Fira Sans Extra Condensed Medium"/>
              </a:endParaRPr>
            </a:p>
          </p:txBody>
        </p:sp>
        <p:sp>
          <p:nvSpPr>
            <p:cNvPr id="9" name="Google Shape;652;p29">
              <a:extLst>
                <a:ext uri="{FF2B5EF4-FFF2-40B4-BE49-F238E27FC236}">
                  <a16:creationId xmlns:a16="http://schemas.microsoft.com/office/drawing/2014/main" id="{CCF86A60-5924-2946-188E-F45E44CA767C}"/>
                </a:ext>
              </a:extLst>
            </p:cNvPr>
            <p:cNvSpPr txBox="1"/>
            <p:nvPr/>
          </p:nvSpPr>
          <p:spPr>
            <a:xfrm>
              <a:off x="2778969" y="4744342"/>
              <a:ext cx="1750937" cy="699245"/>
            </a:xfrm>
            <a:prstGeom prst="rect">
              <a:avLst/>
            </a:prstGeom>
            <a:solidFill>
              <a:srgbClr val="2B8597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APROBACIÓN DE CADA ACTUALIZACIÓN</a:t>
              </a:r>
              <a:endParaRPr sz="1050">
                <a:sym typeface="Fira Sans Extra Condensed Medium"/>
              </a:endParaRPr>
            </a:p>
          </p:txBody>
        </p:sp>
        <p:sp>
          <p:nvSpPr>
            <p:cNvPr id="14" name="Google Shape;652;p29">
              <a:extLst>
                <a:ext uri="{FF2B5EF4-FFF2-40B4-BE49-F238E27FC236}">
                  <a16:creationId xmlns:a16="http://schemas.microsoft.com/office/drawing/2014/main" id="{9428AF43-62E7-A688-94D5-9F95E4E78449}"/>
                </a:ext>
              </a:extLst>
            </p:cNvPr>
            <p:cNvSpPr txBox="1"/>
            <p:nvPr/>
          </p:nvSpPr>
          <p:spPr>
            <a:xfrm>
              <a:off x="4691745" y="4744342"/>
              <a:ext cx="1750937" cy="699245"/>
            </a:xfrm>
            <a:prstGeom prst="rect">
              <a:avLst/>
            </a:prstGeom>
            <a:solidFill>
              <a:srgbClr val="4F67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ELABORACIÓN Y ENVÍO DEL ACTA</a:t>
              </a:r>
              <a:endParaRPr sz="1050">
                <a:sym typeface="Fira Sans Extra Condensed Medium"/>
              </a:endParaRPr>
            </a:p>
          </p:txBody>
        </p:sp>
        <p:cxnSp>
          <p:nvCxnSpPr>
            <p:cNvPr id="7" name="Conector: angular 6">
              <a:extLst>
                <a:ext uri="{FF2B5EF4-FFF2-40B4-BE49-F238E27FC236}">
                  <a16:creationId xmlns:a16="http://schemas.microsoft.com/office/drawing/2014/main" id="{8AF5C4ED-31CE-83CF-AFDE-7CB1371306DC}"/>
                </a:ext>
              </a:extLst>
            </p:cNvPr>
            <p:cNvCxnSpPr>
              <a:cxnSpLocks/>
              <a:stCxn id="6" idx="2"/>
              <a:endCxn id="9" idx="2"/>
            </p:cNvCxnSpPr>
            <p:nvPr/>
          </p:nvCxnSpPr>
          <p:spPr>
            <a:xfrm rot="16200000" flipH="1">
              <a:off x="2702715" y="4491864"/>
              <a:ext cx="12700" cy="1903445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03C2A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D71269F2-1518-421B-CD09-5C77B31661BB}"/>
                </a:ext>
              </a:extLst>
            </p:cNvPr>
            <p:cNvCxnSpPr>
              <a:cxnSpLocks/>
              <a:stCxn id="9" idx="0"/>
              <a:endCxn id="14" idx="0"/>
            </p:cNvCxnSpPr>
            <p:nvPr/>
          </p:nvCxnSpPr>
          <p:spPr>
            <a:xfrm rot="5400000" flipH="1" flipV="1">
              <a:off x="4610826" y="3787954"/>
              <a:ext cx="12700" cy="1912776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2B8597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891BF92D-8CA2-B751-DC1B-A714A2A8B8C8}"/>
                </a:ext>
              </a:extLst>
            </p:cNvPr>
            <p:cNvGrpSpPr/>
            <p:nvPr/>
          </p:nvGrpSpPr>
          <p:grpSpPr>
            <a:xfrm>
              <a:off x="5661658" y="5437236"/>
              <a:ext cx="989048" cy="807022"/>
              <a:chOff x="651000" y="5377406"/>
              <a:chExt cx="989048" cy="807022"/>
            </a:xfrm>
          </p:grpSpPr>
          <p:pic>
            <p:nvPicPr>
              <p:cNvPr id="30" name="Gráfico 29" descr="Usuarios con relleno sólido">
                <a:extLst>
                  <a:ext uri="{FF2B5EF4-FFF2-40B4-BE49-F238E27FC236}">
                    <a16:creationId xmlns:a16="http://schemas.microsoft.com/office/drawing/2014/main" id="{D510CFFE-5FD1-B10A-4C5E-3D38FC876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1" name="Google Shape;192;p21">
                <a:extLst>
                  <a:ext uri="{FF2B5EF4-FFF2-40B4-BE49-F238E27FC236}">
                    <a16:creationId xmlns:a16="http://schemas.microsoft.com/office/drawing/2014/main" id="{F3C6F388-2ABE-3585-C484-0CC966DEB996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5520EFBC-59F6-3DAD-0F39-89FF81AF608F}"/>
                </a:ext>
              </a:extLst>
            </p:cNvPr>
            <p:cNvGrpSpPr/>
            <p:nvPr/>
          </p:nvGrpSpPr>
          <p:grpSpPr>
            <a:xfrm>
              <a:off x="874919" y="5437236"/>
              <a:ext cx="989048" cy="807022"/>
              <a:chOff x="651000" y="5377406"/>
              <a:chExt cx="989048" cy="807022"/>
            </a:xfrm>
          </p:grpSpPr>
          <p:pic>
            <p:nvPicPr>
              <p:cNvPr id="34" name="Gráfico 33" descr="Usuarios con relleno sólido">
                <a:extLst>
                  <a:ext uri="{FF2B5EF4-FFF2-40B4-BE49-F238E27FC236}">
                    <a16:creationId xmlns:a16="http://schemas.microsoft.com/office/drawing/2014/main" id="{E266DE48-F9B1-6C34-0FF6-53B382A77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5" name="Google Shape;192;p21">
                <a:extLst>
                  <a:ext uri="{FF2B5EF4-FFF2-40B4-BE49-F238E27FC236}">
                    <a16:creationId xmlns:a16="http://schemas.microsoft.com/office/drawing/2014/main" id="{A942D2DE-965F-ADB9-D57D-412D14403B9A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>
                    <a:sym typeface="Bebas Neue"/>
                  </a:rPr>
                  <a:t>CHAPTER LEADER (SPOC)</a:t>
                </a:r>
              </a:p>
            </p:txBody>
          </p: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F9ABD231-9F7E-D8B9-E319-EE40140A0526}"/>
                </a:ext>
              </a:extLst>
            </p:cNvPr>
            <p:cNvGrpSpPr/>
            <p:nvPr/>
          </p:nvGrpSpPr>
          <p:grpSpPr>
            <a:xfrm>
              <a:off x="3535007" y="5397231"/>
              <a:ext cx="989048" cy="847027"/>
              <a:chOff x="4691744" y="5397231"/>
              <a:chExt cx="989048" cy="847027"/>
            </a:xfrm>
          </p:grpSpPr>
          <p:sp>
            <p:nvSpPr>
              <p:cNvPr id="38" name="Google Shape;192;p21">
                <a:extLst>
                  <a:ext uri="{FF2B5EF4-FFF2-40B4-BE49-F238E27FC236}">
                    <a16:creationId xmlns:a16="http://schemas.microsoft.com/office/drawing/2014/main" id="{64A181BC-4981-2921-FD66-08C206B713CB}"/>
                  </a:ext>
                </a:extLst>
              </p:cNvPr>
              <p:cNvSpPr txBox="1"/>
              <p:nvPr/>
            </p:nvSpPr>
            <p:spPr>
              <a:xfrm>
                <a:off x="4691744" y="584366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>
                    <a:sym typeface="Bebas Neue"/>
                  </a:rPr>
                  <a:t>CAL ARCHITECTURE TECHNOLOGY</a:t>
                </a:r>
              </a:p>
            </p:txBody>
          </p:sp>
          <p:pic>
            <p:nvPicPr>
              <p:cNvPr id="44" name="Gráfico 43" descr="Usuario con relleno sólido">
                <a:extLst>
                  <a:ext uri="{FF2B5EF4-FFF2-40B4-BE49-F238E27FC236}">
                    <a16:creationId xmlns:a16="http://schemas.microsoft.com/office/drawing/2014/main" id="{8BBE2F24-A331-42EA-5103-AB1EE2C59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916268" y="5397231"/>
                <a:ext cx="540000" cy="540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74523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64D8D-084D-7F8F-8C1B-23D60A4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Documentar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4477CCA-D31F-C8F1-82D9-8F088745AF26}"/>
              </a:ext>
            </a:extLst>
          </p:cNvPr>
          <p:cNvGrpSpPr/>
          <p:nvPr/>
        </p:nvGrpSpPr>
        <p:grpSpPr>
          <a:xfrm>
            <a:off x="838200" y="1780136"/>
            <a:ext cx="10515600" cy="4464122"/>
            <a:chOff x="838200" y="1780136"/>
            <a:chExt cx="10515600" cy="4464122"/>
          </a:xfrm>
        </p:grpSpPr>
        <p:sp>
          <p:nvSpPr>
            <p:cNvPr id="6" name="Google Shape;652;p29">
              <a:extLst>
                <a:ext uri="{FF2B5EF4-FFF2-40B4-BE49-F238E27FC236}">
                  <a16:creationId xmlns:a16="http://schemas.microsoft.com/office/drawing/2014/main" id="{EBB674CC-AA1C-7D83-155E-975E380CCFA0}"/>
                </a:ext>
              </a:extLst>
            </p:cNvPr>
            <p:cNvSpPr txBox="1"/>
            <p:nvPr/>
          </p:nvSpPr>
          <p:spPr>
            <a:xfrm>
              <a:off x="1099459" y="4744342"/>
              <a:ext cx="1750937" cy="699245"/>
            </a:xfrm>
            <a:prstGeom prst="rect">
              <a:avLst/>
            </a:prstGeom>
            <a:solidFill>
              <a:srgbClr val="03C2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s-ES" sz="900">
                  <a:sym typeface="Fira Sans Extra Condensed Medium"/>
                </a:rPr>
                <a:t>ELABORA LA VERSIÓN FINAL DEL ONE PAGE</a:t>
              </a:r>
              <a:endParaRPr sz="900">
                <a:sym typeface="Fira Sans Extra Condensed Medium"/>
              </a:endParaRPr>
            </a:p>
          </p:txBody>
        </p:sp>
        <p:sp>
          <p:nvSpPr>
            <p:cNvPr id="9" name="Google Shape;652;p29">
              <a:extLst>
                <a:ext uri="{FF2B5EF4-FFF2-40B4-BE49-F238E27FC236}">
                  <a16:creationId xmlns:a16="http://schemas.microsoft.com/office/drawing/2014/main" id="{CCF86A60-5924-2946-188E-F45E44CA767C}"/>
                </a:ext>
              </a:extLst>
            </p:cNvPr>
            <p:cNvSpPr txBox="1"/>
            <p:nvPr/>
          </p:nvSpPr>
          <p:spPr>
            <a:xfrm>
              <a:off x="3002904" y="4744342"/>
              <a:ext cx="1750937" cy="699245"/>
            </a:xfrm>
            <a:prstGeom prst="rect">
              <a:avLst/>
            </a:prstGeom>
            <a:solidFill>
              <a:srgbClr val="2B8597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REALIZA LA DOCUMENTACIÓN EN CONFLUENCE</a:t>
              </a:r>
              <a:endParaRPr sz="1050">
                <a:sym typeface="Fira Sans Extra Condensed Medium"/>
              </a:endParaRPr>
            </a:p>
          </p:txBody>
        </p:sp>
        <p:sp>
          <p:nvSpPr>
            <p:cNvPr id="14" name="Google Shape;652;p29">
              <a:extLst>
                <a:ext uri="{FF2B5EF4-FFF2-40B4-BE49-F238E27FC236}">
                  <a16:creationId xmlns:a16="http://schemas.microsoft.com/office/drawing/2014/main" id="{9428AF43-62E7-A688-94D5-9F95E4E78449}"/>
                </a:ext>
              </a:extLst>
            </p:cNvPr>
            <p:cNvSpPr txBox="1"/>
            <p:nvPr/>
          </p:nvSpPr>
          <p:spPr>
            <a:xfrm>
              <a:off x="4915680" y="4744342"/>
              <a:ext cx="1750937" cy="699245"/>
            </a:xfrm>
            <a:prstGeom prst="rect">
              <a:avLst/>
            </a:prstGeom>
            <a:solidFill>
              <a:srgbClr val="4F67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VALIDA LA VERSIÓN FINAL DEL ONE PAGE</a:t>
              </a:r>
              <a:endParaRPr sz="1050">
                <a:sym typeface="Fira Sans Extra Condensed Medium"/>
              </a:endParaRPr>
            </a:p>
          </p:txBody>
        </p:sp>
        <p:cxnSp>
          <p:nvCxnSpPr>
            <p:cNvPr id="7" name="Conector: angular 6">
              <a:extLst>
                <a:ext uri="{FF2B5EF4-FFF2-40B4-BE49-F238E27FC236}">
                  <a16:creationId xmlns:a16="http://schemas.microsoft.com/office/drawing/2014/main" id="{8AF5C4ED-31CE-83CF-AFDE-7CB1371306DC}"/>
                </a:ext>
              </a:extLst>
            </p:cNvPr>
            <p:cNvCxnSpPr>
              <a:cxnSpLocks/>
              <a:stCxn id="6" idx="2"/>
              <a:endCxn id="9" idx="2"/>
            </p:cNvCxnSpPr>
            <p:nvPr/>
          </p:nvCxnSpPr>
          <p:spPr>
            <a:xfrm rot="16200000" flipH="1">
              <a:off x="2926650" y="4491864"/>
              <a:ext cx="12700" cy="1903445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03C2A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D71269F2-1518-421B-CD09-5C77B31661BB}"/>
                </a:ext>
              </a:extLst>
            </p:cNvPr>
            <p:cNvCxnSpPr>
              <a:cxnSpLocks/>
              <a:stCxn id="9" idx="0"/>
              <a:endCxn id="14" idx="0"/>
            </p:cNvCxnSpPr>
            <p:nvPr/>
          </p:nvCxnSpPr>
          <p:spPr>
            <a:xfrm rot="5400000" flipH="1" flipV="1">
              <a:off x="4834761" y="3787954"/>
              <a:ext cx="12700" cy="1912776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2B8597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891BF92D-8CA2-B751-DC1B-A714A2A8B8C8}"/>
                </a:ext>
              </a:extLst>
            </p:cNvPr>
            <p:cNvGrpSpPr/>
            <p:nvPr/>
          </p:nvGrpSpPr>
          <p:grpSpPr>
            <a:xfrm>
              <a:off x="1062135" y="5437236"/>
              <a:ext cx="989048" cy="807022"/>
              <a:chOff x="651000" y="5377406"/>
              <a:chExt cx="989048" cy="807022"/>
            </a:xfrm>
          </p:grpSpPr>
          <p:pic>
            <p:nvPicPr>
              <p:cNvPr id="30" name="Gráfico 29" descr="Usuarios con relleno sólido">
                <a:extLst>
                  <a:ext uri="{FF2B5EF4-FFF2-40B4-BE49-F238E27FC236}">
                    <a16:creationId xmlns:a16="http://schemas.microsoft.com/office/drawing/2014/main" id="{D510CFFE-5FD1-B10A-4C5E-3D38FC876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1" name="Google Shape;192;p21">
                <a:extLst>
                  <a:ext uri="{FF2B5EF4-FFF2-40B4-BE49-F238E27FC236}">
                    <a16:creationId xmlns:a16="http://schemas.microsoft.com/office/drawing/2014/main" id="{F3C6F388-2ABE-3585-C484-0CC966DEB996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5B8BD478-61F4-9B04-990C-1DA55E666099}"/>
                </a:ext>
              </a:extLst>
            </p:cNvPr>
            <p:cNvGrpSpPr/>
            <p:nvPr/>
          </p:nvGrpSpPr>
          <p:grpSpPr>
            <a:xfrm>
              <a:off x="3738116" y="5437236"/>
              <a:ext cx="989048" cy="807022"/>
              <a:chOff x="651000" y="5377406"/>
              <a:chExt cx="989048" cy="807022"/>
            </a:xfrm>
          </p:grpSpPr>
          <p:pic>
            <p:nvPicPr>
              <p:cNvPr id="37" name="Gráfico 36" descr="Usuarios con relleno sólido">
                <a:extLst>
                  <a:ext uri="{FF2B5EF4-FFF2-40B4-BE49-F238E27FC236}">
                    <a16:creationId xmlns:a16="http://schemas.microsoft.com/office/drawing/2014/main" id="{E24B6AF6-8D5F-3DBB-4174-ECB31A8D8E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8" name="Google Shape;192;p21">
                <a:extLst>
                  <a:ext uri="{FF2B5EF4-FFF2-40B4-BE49-F238E27FC236}">
                    <a16:creationId xmlns:a16="http://schemas.microsoft.com/office/drawing/2014/main" id="{64A181BC-4981-2921-FD66-08C206B713CB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aphicFrame>
          <p:nvGraphicFramePr>
            <p:cNvPr id="46" name="Marcador de contenido 3">
              <a:extLst>
                <a:ext uri="{FF2B5EF4-FFF2-40B4-BE49-F238E27FC236}">
                  <a16:creationId xmlns:a16="http://schemas.microsoft.com/office/drawing/2014/main" id="{FFF74445-098B-F830-2341-E3CBA17DD63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52716690"/>
                </p:ext>
              </p:extLst>
            </p:nvPr>
          </p:nvGraphicFramePr>
          <p:xfrm>
            <a:off x="838200" y="1780136"/>
            <a:ext cx="10515600" cy="25131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95555EA-A706-FAAA-E9B5-D8DD724FAD62}"/>
                </a:ext>
              </a:extLst>
            </p:cNvPr>
            <p:cNvGrpSpPr/>
            <p:nvPr/>
          </p:nvGrpSpPr>
          <p:grpSpPr>
            <a:xfrm>
              <a:off x="1750992" y="3078845"/>
              <a:ext cx="5021478" cy="1665497"/>
              <a:chOff x="1750992" y="3078845"/>
              <a:chExt cx="5021478" cy="1665497"/>
            </a:xfrm>
          </p:grpSpPr>
          <p:cxnSp>
            <p:nvCxnSpPr>
              <p:cNvPr id="4" name="Conector recto 3">
                <a:extLst>
                  <a:ext uri="{FF2B5EF4-FFF2-40B4-BE49-F238E27FC236}">
                    <a16:creationId xmlns:a16="http://schemas.microsoft.com/office/drawing/2014/main" id="{2752F9CB-CBA6-D0AB-EFC2-70D23DA11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7342" y="4324885"/>
                <a:ext cx="0" cy="419457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cto 7">
                <a:extLst>
                  <a:ext uri="{FF2B5EF4-FFF2-40B4-BE49-F238E27FC236}">
                    <a16:creationId xmlns:a16="http://schemas.microsoft.com/office/drawing/2014/main" id="{CB8F4352-FDA9-63FA-8DEA-A485F76CF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2470" y="3078845"/>
                <a:ext cx="0" cy="1256555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C55C4055-1137-E7A7-7A1A-2E90A6D121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992" y="4324885"/>
                <a:ext cx="5021478" cy="0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ACC93678-3C35-5EC6-688D-AEFC343A9822}"/>
                </a:ext>
              </a:extLst>
            </p:cNvPr>
            <p:cNvGrpSpPr/>
            <p:nvPr/>
          </p:nvGrpSpPr>
          <p:grpSpPr>
            <a:xfrm>
              <a:off x="4906349" y="5397231"/>
              <a:ext cx="989048" cy="847027"/>
              <a:chOff x="4691744" y="5397231"/>
              <a:chExt cx="989048" cy="847027"/>
            </a:xfrm>
          </p:grpSpPr>
          <p:sp>
            <p:nvSpPr>
              <p:cNvPr id="15" name="Google Shape;192;p21">
                <a:extLst>
                  <a:ext uri="{FF2B5EF4-FFF2-40B4-BE49-F238E27FC236}">
                    <a16:creationId xmlns:a16="http://schemas.microsoft.com/office/drawing/2014/main" id="{6D5C2690-9A02-984C-091E-D7AA361DBFC1}"/>
                  </a:ext>
                </a:extLst>
              </p:cNvPr>
              <p:cNvSpPr txBox="1"/>
              <p:nvPr/>
            </p:nvSpPr>
            <p:spPr>
              <a:xfrm>
                <a:off x="4691744" y="584366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>
                    <a:sym typeface="Bebas Neue"/>
                  </a:rPr>
                  <a:t>CAL ARCHITECTURE TECHNOLOGY</a:t>
                </a:r>
              </a:p>
            </p:txBody>
          </p:sp>
          <p:pic>
            <p:nvPicPr>
              <p:cNvPr id="17" name="Gráfico 16" descr="Usuario con relleno sólido">
                <a:extLst>
                  <a:ext uri="{FF2B5EF4-FFF2-40B4-BE49-F238E27FC236}">
                    <a16:creationId xmlns:a16="http://schemas.microsoft.com/office/drawing/2014/main" id="{D6A04100-49D8-3755-BCC4-32BD8F409E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916268" y="5397231"/>
                <a:ext cx="540000" cy="540000"/>
              </a:xfrm>
              <a:prstGeom prst="rect">
                <a:avLst/>
              </a:prstGeom>
            </p:spPr>
          </p:pic>
        </p:grpSp>
        <p:sp>
          <p:nvSpPr>
            <p:cNvPr id="18" name="Google Shape;652;p29">
              <a:extLst>
                <a:ext uri="{FF2B5EF4-FFF2-40B4-BE49-F238E27FC236}">
                  <a16:creationId xmlns:a16="http://schemas.microsoft.com/office/drawing/2014/main" id="{7C028ADB-0DFC-1696-2293-B6BF31A9477D}"/>
                </a:ext>
              </a:extLst>
            </p:cNvPr>
            <p:cNvSpPr txBox="1"/>
            <p:nvPr/>
          </p:nvSpPr>
          <p:spPr>
            <a:xfrm>
              <a:off x="6819125" y="4744342"/>
              <a:ext cx="1750937" cy="699245"/>
            </a:xfrm>
            <a:prstGeom prst="rect">
              <a:avLst/>
            </a:prstGeom>
            <a:solidFill>
              <a:srgbClr val="796295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RESTRINGE LA EDICIÓN DEL DOCUMENTO EN CONFLUENCE</a:t>
              </a:r>
              <a:endParaRPr sz="1050">
                <a:sym typeface="Fira Sans Extra Condensed Medium"/>
              </a:endParaRPr>
            </a:p>
          </p:txBody>
        </p:sp>
        <p:cxnSp>
          <p:nvCxnSpPr>
            <p:cNvPr id="19" name="Conector: angular 18">
              <a:extLst>
                <a:ext uri="{FF2B5EF4-FFF2-40B4-BE49-F238E27FC236}">
                  <a16:creationId xmlns:a16="http://schemas.microsoft.com/office/drawing/2014/main" id="{DD20FE2A-ABB7-9E40-B7E3-7CD499D9C7F2}"/>
                </a:ext>
              </a:extLst>
            </p:cNvPr>
            <p:cNvCxnSpPr>
              <a:cxnSpLocks/>
              <a:stCxn id="14" idx="2"/>
              <a:endCxn id="18" idx="2"/>
            </p:cNvCxnSpPr>
            <p:nvPr/>
          </p:nvCxnSpPr>
          <p:spPr>
            <a:xfrm rot="16200000" flipH="1">
              <a:off x="6742871" y="4491864"/>
              <a:ext cx="12700" cy="1903445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4F67A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D690FCFB-E6B0-DB00-1AA7-51E91EB42543}"/>
                </a:ext>
              </a:extLst>
            </p:cNvPr>
            <p:cNvGrpSpPr/>
            <p:nvPr/>
          </p:nvGrpSpPr>
          <p:grpSpPr>
            <a:xfrm>
              <a:off x="7581014" y="5437236"/>
              <a:ext cx="989048" cy="807022"/>
              <a:chOff x="651000" y="5377406"/>
              <a:chExt cx="989048" cy="807022"/>
            </a:xfrm>
          </p:grpSpPr>
          <p:pic>
            <p:nvPicPr>
              <p:cNvPr id="21" name="Gráfico 20" descr="Usuarios con relleno sólido">
                <a:extLst>
                  <a:ext uri="{FF2B5EF4-FFF2-40B4-BE49-F238E27FC236}">
                    <a16:creationId xmlns:a16="http://schemas.microsoft.com/office/drawing/2014/main" id="{37315B59-4B62-0395-DC90-B87A8F1AA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22" name="Google Shape;192;p21">
                <a:extLst>
                  <a:ext uri="{FF2B5EF4-FFF2-40B4-BE49-F238E27FC236}">
                    <a16:creationId xmlns:a16="http://schemas.microsoft.com/office/drawing/2014/main" id="{F0294E35-074C-0A1D-FC82-5032B9D7FE9D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334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64D8D-084D-7F8F-8C1B-23D60A4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Socializar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5DC0609-6519-EAAF-F4A8-17E8A3539D02}"/>
              </a:ext>
            </a:extLst>
          </p:cNvPr>
          <p:cNvGrpSpPr/>
          <p:nvPr/>
        </p:nvGrpSpPr>
        <p:grpSpPr>
          <a:xfrm>
            <a:off x="838200" y="1780136"/>
            <a:ext cx="10515600" cy="4464122"/>
            <a:chOff x="838200" y="1780136"/>
            <a:chExt cx="10515600" cy="4464122"/>
          </a:xfrm>
        </p:grpSpPr>
        <p:sp>
          <p:nvSpPr>
            <p:cNvPr id="6" name="Google Shape;652;p29">
              <a:extLst>
                <a:ext uri="{FF2B5EF4-FFF2-40B4-BE49-F238E27FC236}">
                  <a16:creationId xmlns:a16="http://schemas.microsoft.com/office/drawing/2014/main" id="{EBB674CC-AA1C-7D83-155E-975E380CCFA0}"/>
                </a:ext>
              </a:extLst>
            </p:cNvPr>
            <p:cNvSpPr txBox="1"/>
            <p:nvPr/>
          </p:nvSpPr>
          <p:spPr>
            <a:xfrm>
              <a:off x="1099459" y="4744342"/>
              <a:ext cx="1750937" cy="699245"/>
            </a:xfrm>
            <a:prstGeom prst="rect">
              <a:avLst/>
            </a:prstGeom>
            <a:solidFill>
              <a:srgbClr val="03C2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s-ES" sz="900">
                  <a:sym typeface="Fira Sans Extra Condensed Medium"/>
                </a:rPr>
                <a:t>ELABORA SOLICITUD DE COMUNICACIÓN EN POWER APPS</a:t>
              </a:r>
              <a:endParaRPr sz="900">
                <a:sym typeface="Fira Sans Extra Condensed Medium"/>
              </a:endParaRPr>
            </a:p>
          </p:txBody>
        </p:sp>
        <p:sp>
          <p:nvSpPr>
            <p:cNvPr id="9" name="Google Shape;652;p29">
              <a:extLst>
                <a:ext uri="{FF2B5EF4-FFF2-40B4-BE49-F238E27FC236}">
                  <a16:creationId xmlns:a16="http://schemas.microsoft.com/office/drawing/2014/main" id="{CCF86A60-5924-2946-188E-F45E44CA767C}"/>
                </a:ext>
              </a:extLst>
            </p:cNvPr>
            <p:cNvSpPr txBox="1"/>
            <p:nvPr/>
          </p:nvSpPr>
          <p:spPr>
            <a:xfrm>
              <a:off x="3002904" y="4744342"/>
              <a:ext cx="1750937" cy="699245"/>
            </a:xfrm>
            <a:prstGeom prst="rect">
              <a:avLst/>
            </a:prstGeom>
            <a:solidFill>
              <a:srgbClr val="2B8597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RELIZA LA GRAFICA Y COPY DEL COMUNICADO</a:t>
              </a:r>
              <a:endParaRPr sz="1050">
                <a:sym typeface="Fira Sans Extra Condensed Medium"/>
              </a:endParaRPr>
            </a:p>
          </p:txBody>
        </p:sp>
        <p:sp>
          <p:nvSpPr>
            <p:cNvPr id="14" name="Google Shape;652;p29">
              <a:extLst>
                <a:ext uri="{FF2B5EF4-FFF2-40B4-BE49-F238E27FC236}">
                  <a16:creationId xmlns:a16="http://schemas.microsoft.com/office/drawing/2014/main" id="{9428AF43-62E7-A688-94D5-9F95E4E78449}"/>
                </a:ext>
              </a:extLst>
            </p:cNvPr>
            <p:cNvSpPr txBox="1"/>
            <p:nvPr/>
          </p:nvSpPr>
          <p:spPr>
            <a:xfrm>
              <a:off x="4915680" y="4744342"/>
              <a:ext cx="1750937" cy="699245"/>
            </a:xfrm>
            <a:prstGeom prst="rect">
              <a:avLst/>
            </a:prstGeom>
            <a:solidFill>
              <a:srgbClr val="4F67A2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 sz="12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Arial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" sz="1050">
                  <a:sym typeface="Fira Sans Extra Condensed Medium"/>
                </a:rPr>
                <a:t>REALIZA LA COMUNICACIÓN VIA WORKPLACE</a:t>
              </a:r>
              <a:endParaRPr sz="1050">
                <a:sym typeface="Fira Sans Extra Condensed Medium"/>
              </a:endParaRPr>
            </a:p>
          </p:txBody>
        </p:sp>
        <p:cxnSp>
          <p:nvCxnSpPr>
            <p:cNvPr id="7" name="Conector: angular 6">
              <a:extLst>
                <a:ext uri="{FF2B5EF4-FFF2-40B4-BE49-F238E27FC236}">
                  <a16:creationId xmlns:a16="http://schemas.microsoft.com/office/drawing/2014/main" id="{8AF5C4ED-31CE-83CF-AFDE-7CB1371306DC}"/>
                </a:ext>
              </a:extLst>
            </p:cNvPr>
            <p:cNvCxnSpPr>
              <a:cxnSpLocks/>
              <a:stCxn id="6" idx="2"/>
              <a:endCxn id="9" idx="2"/>
            </p:cNvCxnSpPr>
            <p:nvPr/>
          </p:nvCxnSpPr>
          <p:spPr>
            <a:xfrm rot="16200000" flipH="1">
              <a:off x="2926650" y="4491864"/>
              <a:ext cx="12700" cy="1903445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03C2A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D71269F2-1518-421B-CD09-5C77B31661BB}"/>
                </a:ext>
              </a:extLst>
            </p:cNvPr>
            <p:cNvCxnSpPr>
              <a:cxnSpLocks/>
              <a:stCxn id="9" idx="0"/>
              <a:endCxn id="14" idx="0"/>
            </p:cNvCxnSpPr>
            <p:nvPr/>
          </p:nvCxnSpPr>
          <p:spPr>
            <a:xfrm rot="5400000" flipH="1" flipV="1">
              <a:off x="4834761" y="3787954"/>
              <a:ext cx="12700" cy="1912776"/>
            </a:xfrm>
            <a:prstGeom prst="bentConnector3">
              <a:avLst>
                <a:gd name="adj1" fmla="val 1800000"/>
              </a:avLst>
            </a:prstGeom>
            <a:noFill/>
            <a:ln w="19050" cap="flat" cmpd="sng" algn="ctr">
              <a:solidFill>
                <a:srgbClr val="2B8597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891BF92D-8CA2-B751-DC1B-A714A2A8B8C8}"/>
                </a:ext>
              </a:extLst>
            </p:cNvPr>
            <p:cNvGrpSpPr/>
            <p:nvPr/>
          </p:nvGrpSpPr>
          <p:grpSpPr>
            <a:xfrm>
              <a:off x="1062135" y="5437236"/>
              <a:ext cx="989048" cy="807022"/>
              <a:chOff x="651000" y="5377406"/>
              <a:chExt cx="989048" cy="807022"/>
            </a:xfrm>
          </p:grpSpPr>
          <p:pic>
            <p:nvPicPr>
              <p:cNvPr id="30" name="Gráfico 29" descr="Usuarios con relleno sólido">
                <a:extLst>
                  <a:ext uri="{FF2B5EF4-FFF2-40B4-BE49-F238E27FC236}">
                    <a16:creationId xmlns:a16="http://schemas.microsoft.com/office/drawing/2014/main" id="{D510CFFE-5FD1-B10A-4C5E-3D38FC876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1" name="Google Shape;192;p21">
                <a:extLst>
                  <a:ext uri="{FF2B5EF4-FFF2-40B4-BE49-F238E27FC236}">
                    <a16:creationId xmlns:a16="http://schemas.microsoft.com/office/drawing/2014/main" id="{F3C6F388-2ABE-3585-C484-0CC966DEB996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</a:t>
                </a:r>
                <a:r>
                  <a:rPr lang="es-PE" err="1">
                    <a:sym typeface="Bebas Neue"/>
                  </a:rPr>
                  <a:t>guidelines</a:t>
                </a:r>
                <a:r>
                  <a:rPr lang="es-PE">
                    <a:sym typeface="Bebas Neue"/>
                  </a:rPr>
                  <a:t> &amp; </a:t>
                </a:r>
                <a:r>
                  <a:rPr lang="es-PE" err="1">
                    <a:sym typeface="Bebas Neue"/>
                  </a:rPr>
                  <a:t>standards</a:t>
                </a:r>
                <a:endParaRPr lang="es-PE">
                  <a:sym typeface="Bebas Neue"/>
                </a:endParaRPr>
              </a:p>
            </p:txBody>
          </p: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5B8BD478-61F4-9B04-990C-1DA55E666099}"/>
                </a:ext>
              </a:extLst>
            </p:cNvPr>
            <p:cNvGrpSpPr/>
            <p:nvPr/>
          </p:nvGrpSpPr>
          <p:grpSpPr>
            <a:xfrm>
              <a:off x="3738116" y="5437236"/>
              <a:ext cx="989048" cy="807022"/>
              <a:chOff x="651000" y="5377406"/>
              <a:chExt cx="989048" cy="807022"/>
            </a:xfrm>
          </p:grpSpPr>
          <p:pic>
            <p:nvPicPr>
              <p:cNvPr id="37" name="Gráfico 36" descr="Usuarios con relleno sólido">
                <a:extLst>
                  <a:ext uri="{FF2B5EF4-FFF2-40B4-BE49-F238E27FC236}">
                    <a16:creationId xmlns:a16="http://schemas.microsoft.com/office/drawing/2014/main" id="{E24B6AF6-8D5F-3DBB-4174-ECB31A8D8E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524" y="537740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8" name="Google Shape;192;p21">
                <a:extLst>
                  <a:ext uri="{FF2B5EF4-FFF2-40B4-BE49-F238E27FC236}">
                    <a16:creationId xmlns:a16="http://schemas.microsoft.com/office/drawing/2014/main" id="{64A181BC-4981-2921-FD66-08C206B713CB}"/>
                  </a:ext>
                </a:extLst>
              </p:cNvPr>
              <p:cNvSpPr txBox="1"/>
              <p:nvPr/>
            </p:nvSpPr>
            <p:spPr>
              <a:xfrm>
                <a:off x="651000" y="578383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 err="1">
                    <a:sym typeface="Bebas Neue"/>
                  </a:rPr>
                  <a:t>Unit</a:t>
                </a:r>
                <a:r>
                  <a:rPr lang="es-PE">
                    <a:sym typeface="Bebas Neue"/>
                  </a:rPr>
                  <a:t> GOVERNANCE &amp; COBIT/ITSM</a:t>
                </a:r>
              </a:p>
            </p:txBody>
          </p:sp>
        </p:grpSp>
        <p:graphicFrame>
          <p:nvGraphicFramePr>
            <p:cNvPr id="46" name="Marcador de contenido 3">
              <a:extLst>
                <a:ext uri="{FF2B5EF4-FFF2-40B4-BE49-F238E27FC236}">
                  <a16:creationId xmlns:a16="http://schemas.microsoft.com/office/drawing/2014/main" id="{FFF74445-098B-F830-2341-E3CBA17DD63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70848657"/>
                </p:ext>
              </p:extLst>
            </p:nvPr>
          </p:nvGraphicFramePr>
          <p:xfrm>
            <a:off x="838200" y="1780136"/>
            <a:ext cx="10515600" cy="25131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95555EA-A706-FAAA-E9B5-D8DD724FAD62}"/>
                </a:ext>
              </a:extLst>
            </p:cNvPr>
            <p:cNvGrpSpPr/>
            <p:nvPr/>
          </p:nvGrpSpPr>
          <p:grpSpPr>
            <a:xfrm>
              <a:off x="1750992" y="3078845"/>
              <a:ext cx="7419446" cy="1665497"/>
              <a:chOff x="1750992" y="3078845"/>
              <a:chExt cx="7419446" cy="1665497"/>
            </a:xfrm>
          </p:grpSpPr>
          <p:cxnSp>
            <p:nvCxnSpPr>
              <p:cNvPr id="4" name="Conector recto 3">
                <a:extLst>
                  <a:ext uri="{FF2B5EF4-FFF2-40B4-BE49-F238E27FC236}">
                    <a16:creationId xmlns:a16="http://schemas.microsoft.com/office/drawing/2014/main" id="{2752F9CB-CBA6-D0AB-EFC2-70D23DA11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7342" y="4324885"/>
                <a:ext cx="0" cy="419457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cto 7">
                <a:extLst>
                  <a:ext uri="{FF2B5EF4-FFF2-40B4-BE49-F238E27FC236}">
                    <a16:creationId xmlns:a16="http://schemas.microsoft.com/office/drawing/2014/main" id="{CB8F4352-FDA9-63FA-8DEA-A485F76CF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0438" y="3078845"/>
                <a:ext cx="0" cy="1256555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C55C4055-1137-E7A7-7A1A-2E90A6D121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992" y="4324885"/>
                <a:ext cx="7419446" cy="0"/>
              </a:xfrm>
              <a:prstGeom prst="line">
                <a:avLst/>
              </a:prstGeom>
              <a:ln>
                <a:solidFill>
                  <a:srgbClr val="117E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ACC93678-3C35-5EC6-688D-AEFC343A9822}"/>
                </a:ext>
              </a:extLst>
            </p:cNvPr>
            <p:cNvGrpSpPr/>
            <p:nvPr/>
          </p:nvGrpSpPr>
          <p:grpSpPr>
            <a:xfrm>
              <a:off x="4906349" y="5397231"/>
              <a:ext cx="989048" cy="847027"/>
              <a:chOff x="4691744" y="5397231"/>
              <a:chExt cx="989048" cy="847027"/>
            </a:xfrm>
          </p:grpSpPr>
          <p:sp>
            <p:nvSpPr>
              <p:cNvPr id="15" name="Google Shape;192;p21">
                <a:extLst>
                  <a:ext uri="{FF2B5EF4-FFF2-40B4-BE49-F238E27FC236}">
                    <a16:creationId xmlns:a16="http://schemas.microsoft.com/office/drawing/2014/main" id="{6D5C2690-9A02-984C-091E-D7AA361DBFC1}"/>
                  </a:ext>
                </a:extLst>
              </p:cNvPr>
              <p:cNvSpPr txBox="1"/>
              <p:nvPr/>
            </p:nvSpPr>
            <p:spPr>
              <a:xfrm>
                <a:off x="4691744" y="5843663"/>
                <a:ext cx="989048" cy="40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es-PE"/>
                </a:defPPr>
                <a:lvl1pPr marR="0" lvl="0" indent="0" algn="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 kumimoji="0" sz="11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ebas Neue"/>
                    <a:ea typeface="Bebas Neue"/>
                    <a:cs typeface="Bebas Neue"/>
                  </a:defRPr>
                </a:lvl1pPr>
              </a:lstStyle>
              <a:p>
                <a:pPr algn="ctr"/>
                <a:r>
                  <a:rPr lang="es-PE">
                    <a:sym typeface="Bebas Neue"/>
                  </a:rPr>
                  <a:t>CAL ARCHITECTURE TECHNOLOGY</a:t>
                </a:r>
              </a:p>
            </p:txBody>
          </p:sp>
          <p:pic>
            <p:nvPicPr>
              <p:cNvPr id="17" name="Gráfico 16" descr="Usuario con relleno sólido">
                <a:extLst>
                  <a:ext uri="{FF2B5EF4-FFF2-40B4-BE49-F238E27FC236}">
                    <a16:creationId xmlns:a16="http://schemas.microsoft.com/office/drawing/2014/main" id="{D6A04100-49D8-3755-BCC4-32BD8F409E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916268" y="5397231"/>
                <a:ext cx="540000" cy="540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32085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D0176A-4D05-4D9A-0446-91D7DCAE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AC02628-F822-D5F2-ECCB-DAC93896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SPOC CHAPTER TA - CAPABILITY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16D05DF-AA29-6E87-BC42-8BB29A712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072433"/>
              </p:ext>
            </p:extLst>
          </p:nvPr>
        </p:nvGraphicFramePr>
        <p:xfrm>
          <a:off x="838200" y="1522736"/>
          <a:ext cx="10515599" cy="4817104"/>
        </p:xfrm>
        <a:graphic>
          <a:graphicData uri="http://schemas.openxmlformats.org/drawingml/2006/table">
            <a:tbl>
              <a:tblPr/>
              <a:tblGrid>
                <a:gridCol w="1864739">
                  <a:extLst>
                    <a:ext uri="{9D8B030D-6E8A-4147-A177-3AD203B41FA5}">
                      <a16:colId xmlns:a16="http://schemas.microsoft.com/office/drawing/2014/main" val="2202519817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2497149259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2212727285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1232472770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1590626957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2384143675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1208744320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867850395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1406326693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3082854130"/>
                    </a:ext>
                  </a:extLst>
                </a:gridCol>
                <a:gridCol w="865086">
                  <a:extLst>
                    <a:ext uri="{9D8B030D-6E8A-4147-A177-3AD203B41FA5}">
                      <a16:colId xmlns:a16="http://schemas.microsoft.com/office/drawing/2014/main" val="3465097192"/>
                    </a:ext>
                  </a:extLst>
                </a:gridCol>
              </a:tblGrid>
              <a:tr h="359979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SPOC’s Chapter Technology Architecture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Víctor Ahumada</a:t>
                      </a:r>
                      <a:b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 Infra &amp; Cloud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Manuel Zegarra</a:t>
                      </a:r>
                      <a:b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 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 Rojas</a:t>
                      </a:r>
                      <a:b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 SW &amp; Apps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Gabriel Salazar</a:t>
                      </a:r>
                      <a:b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CP </a:t>
                      </a:r>
                      <a:r>
                        <a:rPr lang="es-PE" sz="1050" b="0" i="0" u="none" strike="noStrike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LowCode</a:t>
                      </a:r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&amp; Cognitive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Paolo Ortega</a:t>
                      </a:r>
                      <a:br>
                        <a:rPr lang="it-IT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CP API Governance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71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6567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982036"/>
                  </a:ext>
                </a:extLst>
              </a:tr>
              <a:tr h="35997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Dominio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P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Subdominio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675503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PE" sz="105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</a:t>
                      </a:r>
                      <a:endParaRPr lang="es-PE" sz="10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Unified</a:t>
                      </a: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Communications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</a:t>
                      </a: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Colllaboration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Conference</a:t>
                      </a: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Virtual Meeting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Browser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Desktop Operating System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Virtual App &amp; Desktop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Desktop Tools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Config. Manager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533336"/>
                  </a:ext>
                </a:extLst>
              </a:tr>
              <a:tr h="53997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Service Mgmt .Tools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Patch Management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 Monitoring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Capacity &amp; Performance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Logs &amp; 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Telemetrics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 Cloud Mgmt.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Workload &amp; Schedule  Automation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Asset &amp; Conf. Management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Release &amp; Change Mgmt.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 &amp; Problem Mgmt.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 Catalog.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863221"/>
                  </a:ext>
                </a:extLst>
              </a:tr>
              <a:tr h="565814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</a:t>
                      </a:r>
                      <a:r>
                        <a:rPr lang="es-PE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Integrador asíncrono Back &amp; Front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File Transfer Services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2400" b="0" i="0" u="none" strike="noStrike">
                          <a:solidFill>
                            <a:srgbClr val="757171"/>
                          </a:solidFill>
                          <a:effectLst/>
                          <a:latin typeface="Calibri" panose="020F0502020204030204" pitchFamily="34" charset="0"/>
                        </a:rPr>
                        <a:t>••••</a:t>
                      </a:r>
                      <a:b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 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2400" b="0" i="0" u="none" strike="noStrike">
                          <a:solidFill>
                            <a:srgbClr val="757171"/>
                          </a:solidFill>
                          <a:effectLst/>
                          <a:latin typeface="Calibri" panose="020F0502020204030204" pitchFamily="34" charset="0"/>
                        </a:rPr>
                        <a:t>••••</a:t>
                      </a:r>
                      <a:br>
                        <a:rPr lang="es-PE" sz="1050" b="0" i="0" u="none" strike="noStrike">
                          <a:solidFill>
                            <a:srgbClr val="75717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Event</a:t>
                      </a: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Topics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Messaging Services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2000" b="0" i="0" u="none" strike="noStrike">
                          <a:solidFill>
                            <a:srgbClr val="757171"/>
                          </a:solidFill>
                          <a:effectLst/>
                          <a:latin typeface="Calibri" panose="020F0502020204030204" pitchFamily="34" charset="0"/>
                        </a:rPr>
                        <a:t>••••</a:t>
                      </a:r>
                      <a:b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</a:t>
                      </a:r>
                      <a:r>
                        <a:rPr lang="es-PE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Banking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339293"/>
                  </a:ext>
                </a:extLst>
              </a:tr>
              <a:tr h="359979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Non-Functional Technical Platform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 Code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RPA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BPM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Notification Services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Cognitive Services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Web Content Management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BRMS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Growth Hacking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247682"/>
                  </a:ext>
                </a:extLst>
              </a:tr>
              <a:tr h="53997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Execution Platform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Server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 Server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Discovery &amp; Balancer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Choreography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Microservices Orchestration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Serverless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Container Platform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Blockchain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751095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&amp; Document Management Platform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Non -Relational Databases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Relational Databases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Document Management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 Mgmt. &amp; Conf. &amp; Rep  Tools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76929"/>
                  </a:ext>
                </a:extLst>
              </a:tr>
              <a:tr h="359979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Development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Testing Tools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Version Control Tools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Framework</a:t>
                      </a:r>
                      <a:b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Developments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Programming Languages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IDEs and Code Editors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Deployment</a:t>
                      </a:r>
                      <a:b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CI /CD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ADLM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359693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Infrastructure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Networking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Administration &amp; Configuration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Virtualization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 Enable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Systems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Backup &amp; Recovery Services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077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4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0E011F8-BA02-5CA3-77AD-48E2A544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SPOC SECURITY - CAPABILITY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271D2BC-6F4E-75C2-C162-E06092D0E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020996"/>
              </p:ext>
            </p:extLst>
          </p:nvPr>
        </p:nvGraphicFramePr>
        <p:xfrm>
          <a:off x="838200" y="1522736"/>
          <a:ext cx="10515608" cy="1479985"/>
        </p:xfrm>
        <a:graphic>
          <a:graphicData uri="http://schemas.openxmlformats.org/drawingml/2006/table">
            <a:tbl>
              <a:tblPr/>
              <a:tblGrid>
                <a:gridCol w="1601276">
                  <a:extLst>
                    <a:ext uri="{9D8B030D-6E8A-4147-A177-3AD203B41FA5}">
                      <a16:colId xmlns:a16="http://schemas.microsoft.com/office/drawing/2014/main" val="2202519817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2497149259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2212727285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1232472770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1590626957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2384143675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1208744320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867850395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1406326693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3082854130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3465097192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1820057044"/>
                    </a:ext>
                  </a:extLst>
                </a:gridCol>
                <a:gridCol w="742861">
                  <a:extLst>
                    <a:ext uri="{9D8B030D-6E8A-4147-A177-3AD203B41FA5}">
                      <a16:colId xmlns:a16="http://schemas.microsoft.com/office/drawing/2014/main" val="439769864"/>
                    </a:ext>
                  </a:extLst>
                </a:gridCol>
              </a:tblGrid>
              <a:tr h="333654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 dirty="0" err="1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SPOC’s</a:t>
                      </a:r>
                      <a:r>
                        <a:rPr lang="es-PE" sz="1050" b="1" i="0" u="none" strike="noStrike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 Chapter Security </a:t>
                      </a:r>
                      <a:r>
                        <a:rPr lang="es-PE" sz="1050" b="1" i="0" u="none" strike="noStrike" dirty="0" err="1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  <a:endParaRPr lang="es-PE" sz="1050" b="1" i="0" u="none" strike="noStrike" dirty="0">
                        <a:solidFill>
                          <a:srgbClr val="3F3F3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it-IT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Alejandro Oronoz</a:t>
                      </a:r>
                    </a:p>
                    <a:p>
                      <a:pPr algn="ctr" fontAlgn="b"/>
                      <a:r>
                        <a:rPr lang="it-IT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 Security Architecture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717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71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6567"/>
                  </a:ext>
                </a:extLst>
              </a:tr>
              <a:tr h="166830"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982036"/>
                  </a:ext>
                </a:extLst>
              </a:tr>
              <a:tr h="33365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Dominio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P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Subdominio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6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6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675503"/>
                  </a:ext>
                </a:extLst>
              </a:tr>
              <a:tr h="476916"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Security</a:t>
                      </a:r>
                    </a:p>
                  </a:txBody>
                  <a:tcPr marL="5767" marR="5767" marT="5767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Identity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</a:t>
                      </a: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Mgmt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. &amp; Access Control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Secret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&amp; </a:t>
                      </a: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Certificate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</a:t>
                      </a: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Mgmt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. 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Threat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</a:t>
                      </a: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Intelligent</a:t>
                      </a:r>
                      <a:endParaRPr lang="es-PE" sz="1050" dirty="0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Data Security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Device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&amp; Server Security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Perimetral &amp; Network Security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Fraud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</a:t>
                      </a: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Detection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&amp; Digital </a:t>
                      </a: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Forensic</a:t>
                      </a:r>
                      <a:endParaRPr lang="es-PE" sz="1050" dirty="0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 err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Vulnerability</a:t>
                      </a:r>
                      <a:r>
                        <a:rPr lang="es-PE" sz="1050" dirty="0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 Management</a:t>
                      </a: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Application</a:t>
                      </a:r>
                      <a:r>
                        <a:rPr kumimoji="0" lang="es-PE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PE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Shielding</a:t>
                      </a:r>
                      <a:r>
                        <a:rPr kumimoji="0" lang="es-PE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s-PE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Wrapping</a:t>
                      </a:r>
                      <a:endParaRPr kumimoji="0" lang="es-PE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67" marR="5767" marT="5767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98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522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8719A67-D728-5DED-98DC-64B4DC1B52ED}"/>
              </a:ext>
            </a:extLst>
          </p:cNvPr>
          <p:cNvSpPr/>
          <p:nvPr/>
        </p:nvSpPr>
        <p:spPr>
          <a:xfrm>
            <a:off x="317241" y="347528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AFACE5-8B7A-50F0-4526-88DB5C423913}"/>
              </a:ext>
            </a:extLst>
          </p:cNvPr>
          <p:cNvSpPr/>
          <p:nvPr/>
        </p:nvSpPr>
        <p:spPr>
          <a:xfrm>
            <a:off x="317241" y="786066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39C7EB-797A-2B68-E3DA-B32F09D7F6E9}"/>
              </a:ext>
            </a:extLst>
          </p:cNvPr>
          <p:cNvSpPr/>
          <p:nvPr/>
        </p:nvSpPr>
        <p:spPr>
          <a:xfrm>
            <a:off x="317241" y="128059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C7AE78-5332-3DFB-4832-8D70845D3268}"/>
              </a:ext>
            </a:extLst>
          </p:cNvPr>
          <p:cNvSpPr/>
          <p:nvPr/>
        </p:nvSpPr>
        <p:spPr>
          <a:xfrm>
            <a:off x="317241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544DF8-21A5-3419-79B7-8FFE06F9D13B}"/>
              </a:ext>
            </a:extLst>
          </p:cNvPr>
          <p:cNvSpPr/>
          <p:nvPr/>
        </p:nvSpPr>
        <p:spPr>
          <a:xfrm>
            <a:off x="1637523" y="347528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9F4ED4-2F76-1422-0D8D-9CB5F846BF61}"/>
              </a:ext>
            </a:extLst>
          </p:cNvPr>
          <p:cNvSpPr/>
          <p:nvPr/>
        </p:nvSpPr>
        <p:spPr>
          <a:xfrm>
            <a:off x="1637523" y="786066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45F8265-E3F3-9B41-BBC9-21C8E0F6CAC9}"/>
              </a:ext>
            </a:extLst>
          </p:cNvPr>
          <p:cNvSpPr/>
          <p:nvPr/>
        </p:nvSpPr>
        <p:spPr>
          <a:xfrm>
            <a:off x="1637523" y="128059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3146EF-D5A8-D251-CFEC-EC0F62E062C3}"/>
              </a:ext>
            </a:extLst>
          </p:cNvPr>
          <p:cNvSpPr/>
          <p:nvPr/>
        </p:nvSpPr>
        <p:spPr>
          <a:xfrm>
            <a:off x="1637523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E93CA2D-2ED7-946F-57AB-515882C57139}"/>
              </a:ext>
            </a:extLst>
          </p:cNvPr>
          <p:cNvCxnSpPr/>
          <p:nvPr/>
        </p:nvCxnSpPr>
        <p:spPr>
          <a:xfrm>
            <a:off x="1418253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F8F0BB0-BB93-2E79-21CA-FFF51CAB9012}"/>
              </a:ext>
            </a:extLst>
          </p:cNvPr>
          <p:cNvSpPr/>
          <p:nvPr/>
        </p:nvSpPr>
        <p:spPr>
          <a:xfrm>
            <a:off x="2985796" y="347528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851A550-733D-7245-A025-C1FA1E27C27C}"/>
              </a:ext>
            </a:extLst>
          </p:cNvPr>
          <p:cNvSpPr/>
          <p:nvPr/>
        </p:nvSpPr>
        <p:spPr>
          <a:xfrm>
            <a:off x="2985796" y="786066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F8FB48-E2FB-D0C6-B5A1-C373B83A3998}"/>
              </a:ext>
            </a:extLst>
          </p:cNvPr>
          <p:cNvSpPr/>
          <p:nvPr/>
        </p:nvSpPr>
        <p:spPr>
          <a:xfrm>
            <a:off x="2985796" y="128059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DBB745-A4F0-B5C3-5435-C003B109D5C1}"/>
              </a:ext>
            </a:extLst>
          </p:cNvPr>
          <p:cNvSpPr/>
          <p:nvPr/>
        </p:nvSpPr>
        <p:spPr>
          <a:xfrm>
            <a:off x="2985796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6A20981-E275-8096-71E0-63C0C7123942}"/>
              </a:ext>
            </a:extLst>
          </p:cNvPr>
          <p:cNvCxnSpPr/>
          <p:nvPr/>
        </p:nvCxnSpPr>
        <p:spPr>
          <a:xfrm>
            <a:off x="2766527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8FFF820-15C4-1F47-76A2-59DCEE52627E}"/>
              </a:ext>
            </a:extLst>
          </p:cNvPr>
          <p:cNvSpPr/>
          <p:nvPr/>
        </p:nvSpPr>
        <p:spPr>
          <a:xfrm>
            <a:off x="4254756" y="347528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21A5E4C-26DE-E49D-8A57-6950C2432911}"/>
              </a:ext>
            </a:extLst>
          </p:cNvPr>
          <p:cNvSpPr/>
          <p:nvPr/>
        </p:nvSpPr>
        <p:spPr>
          <a:xfrm>
            <a:off x="4254756" y="786066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341D274-9AAE-F208-7180-7B7B24199ABA}"/>
              </a:ext>
            </a:extLst>
          </p:cNvPr>
          <p:cNvSpPr/>
          <p:nvPr/>
        </p:nvSpPr>
        <p:spPr>
          <a:xfrm>
            <a:off x="4254756" y="1280590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21D424B-F2E4-F7A4-1E48-9DE45A2167AA}"/>
              </a:ext>
            </a:extLst>
          </p:cNvPr>
          <p:cNvSpPr/>
          <p:nvPr/>
        </p:nvSpPr>
        <p:spPr>
          <a:xfrm>
            <a:off x="4254756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11F6F66-CDCE-7BA5-15C1-4E5025D9FF98}"/>
              </a:ext>
            </a:extLst>
          </p:cNvPr>
          <p:cNvCxnSpPr/>
          <p:nvPr/>
        </p:nvCxnSpPr>
        <p:spPr>
          <a:xfrm>
            <a:off x="4035488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3153D81-7DE5-D65F-A3A5-257B654B176B}"/>
              </a:ext>
            </a:extLst>
          </p:cNvPr>
          <p:cNvSpPr/>
          <p:nvPr/>
        </p:nvSpPr>
        <p:spPr>
          <a:xfrm>
            <a:off x="5915605" y="347528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7EFDC9F-608C-941B-725D-26B835FAC13E}"/>
              </a:ext>
            </a:extLst>
          </p:cNvPr>
          <p:cNvSpPr/>
          <p:nvPr/>
        </p:nvSpPr>
        <p:spPr>
          <a:xfrm>
            <a:off x="5915605" y="786066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F32E17B-1A54-C190-CEDA-B358C3146B1C}"/>
              </a:ext>
            </a:extLst>
          </p:cNvPr>
          <p:cNvSpPr/>
          <p:nvPr/>
        </p:nvSpPr>
        <p:spPr>
          <a:xfrm>
            <a:off x="5915605" y="1280590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9FBA984-DFE1-26DB-3FAD-15F3D3B3A5CC}"/>
              </a:ext>
            </a:extLst>
          </p:cNvPr>
          <p:cNvSpPr/>
          <p:nvPr/>
        </p:nvSpPr>
        <p:spPr>
          <a:xfrm>
            <a:off x="5915605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FF1CE3B-2AA0-1891-A3F4-8AC46E2DB225}"/>
              </a:ext>
            </a:extLst>
          </p:cNvPr>
          <p:cNvCxnSpPr/>
          <p:nvPr/>
        </p:nvCxnSpPr>
        <p:spPr>
          <a:xfrm>
            <a:off x="5505058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F56019F-14F1-F1DC-33E5-900D265327F1}"/>
              </a:ext>
            </a:extLst>
          </p:cNvPr>
          <p:cNvSpPr/>
          <p:nvPr/>
        </p:nvSpPr>
        <p:spPr>
          <a:xfrm>
            <a:off x="7595115" y="347528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7E71C51-6E40-EF6E-71E5-F68AC1A9C885}"/>
              </a:ext>
            </a:extLst>
          </p:cNvPr>
          <p:cNvSpPr/>
          <p:nvPr/>
        </p:nvSpPr>
        <p:spPr>
          <a:xfrm>
            <a:off x="7595115" y="786066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5BA8B37-26E8-B350-3776-26E20C0D2C0F}"/>
              </a:ext>
            </a:extLst>
          </p:cNvPr>
          <p:cNvSpPr/>
          <p:nvPr/>
        </p:nvSpPr>
        <p:spPr>
          <a:xfrm>
            <a:off x="7595115" y="1280590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C9E07F8-6636-60DE-4825-7750DA7DAD7E}"/>
              </a:ext>
            </a:extLst>
          </p:cNvPr>
          <p:cNvSpPr/>
          <p:nvPr/>
        </p:nvSpPr>
        <p:spPr>
          <a:xfrm>
            <a:off x="7595115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CC9DE56-C612-1E07-0F65-202570065B5C}"/>
              </a:ext>
            </a:extLst>
          </p:cNvPr>
          <p:cNvCxnSpPr/>
          <p:nvPr/>
        </p:nvCxnSpPr>
        <p:spPr>
          <a:xfrm>
            <a:off x="7184568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79BC15F-13E5-487F-91E9-3C172DAA0F6C}"/>
              </a:ext>
            </a:extLst>
          </p:cNvPr>
          <p:cNvSpPr/>
          <p:nvPr/>
        </p:nvSpPr>
        <p:spPr>
          <a:xfrm>
            <a:off x="9265295" y="347528"/>
            <a:ext cx="830424" cy="2239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BF0EFDF-A4F4-1CC8-6CFB-698BB84EAA93}"/>
              </a:ext>
            </a:extLst>
          </p:cNvPr>
          <p:cNvSpPr/>
          <p:nvPr/>
        </p:nvSpPr>
        <p:spPr>
          <a:xfrm>
            <a:off x="9265295" y="786066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2BFA352-4E44-9369-76D8-642348DC1F9D}"/>
              </a:ext>
            </a:extLst>
          </p:cNvPr>
          <p:cNvSpPr/>
          <p:nvPr/>
        </p:nvSpPr>
        <p:spPr>
          <a:xfrm>
            <a:off x="9265295" y="1280590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DE3AF60-3E9B-D0BE-EA3D-92E1A9B2A4BA}"/>
              </a:ext>
            </a:extLst>
          </p:cNvPr>
          <p:cNvSpPr/>
          <p:nvPr/>
        </p:nvSpPr>
        <p:spPr>
          <a:xfrm>
            <a:off x="9265295" y="188708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31BF249-F1F8-DDB5-6687-2749FCC36AF5}"/>
              </a:ext>
            </a:extLst>
          </p:cNvPr>
          <p:cNvCxnSpPr/>
          <p:nvPr/>
        </p:nvCxnSpPr>
        <p:spPr>
          <a:xfrm>
            <a:off x="8854748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8C381DF-F2CF-BC3A-D547-A21C39D2DB4E}"/>
              </a:ext>
            </a:extLst>
          </p:cNvPr>
          <p:cNvSpPr/>
          <p:nvPr/>
        </p:nvSpPr>
        <p:spPr>
          <a:xfrm>
            <a:off x="10797071" y="347528"/>
            <a:ext cx="830424" cy="2239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A76CBAC-2D58-3D7B-88EC-894096034BD6}"/>
              </a:ext>
            </a:extLst>
          </p:cNvPr>
          <p:cNvSpPr/>
          <p:nvPr/>
        </p:nvSpPr>
        <p:spPr>
          <a:xfrm>
            <a:off x="10797071" y="786066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6A1AA8F8-4A32-2F99-DF5D-19B657CFFC66}"/>
              </a:ext>
            </a:extLst>
          </p:cNvPr>
          <p:cNvSpPr/>
          <p:nvPr/>
        </p:nvSpPr>
        <p:spPr>
          <a:xfrm>
            <a:off x="10797071" y="1280590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09421F7A-0F8C-A00C-4B1B-DB216DA44A23}"/>
              </a:ext>
            </a:extLst>
          </p:cNvPr>
          <p:cNvSpPr/>
          <p:nvPr/>
        </p:nvSpPr>
        <p:spPr>
          <a:xfrm>
            <a:off x="10797071" y="1887080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B52B3323-B9AB-E674-8352-4BC2D41C53EE}"/>
              </a:ext>
            </a:extLst>
          </p:cNvPr>
          <p:cNvCxnSpPr/>
          <p:nvPr/>
        </p:nvCxnSpPr>
        <p:spPr>
          <a:xfrm>
            <a:off x="10386524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13E30C1-20DE-469A-FEC9-579C7C872D03}"/>
              </a:ext>
            </a:extLst>
          </p:cNvPr>
          <p:cNvSpPr/>
          <p:nvPr/>
        </p:nvSpPr>
        <p:spPr>
          <a:xfrm>
            <a:off x="317241" y="3692558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7AF79F7-846E-538C-93A6-D81FF40EC01C}"/>
              </a:ext>
            </a:extLst>
          </p:cNvPr>
          <p:cNvSpPr/>
          <p:nvPr/>
        </p:nvSpPr>
        <p:spPr>
          <a:xfrm>
            <a:off x="317241" y="4131096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962EFB1-932C-C309-F077-4F3AFA067479}"/>
              </a:ext>
            </a:extLst>
          </p:cNvPr>
          <p:cNvSpPr/>
          <p:nvPr/>
        </p:nvSpPr>
        <p:spPr>
          <a:xfrm>
            <a:off x="317241" y="4625620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59CADBD-5579-E604-701E-25354D48BF89}"/>
              </a:ext>
            </a:extLst>
          </p:cNvPr>
          <p:cNvSpPr/>
          <p:nvPr/>
        </p:nvSpPr>
        <p:spPr>
          <a:xfrm>
            <a:off x="317241" y="5232110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075D095-D199-DD85-0E2D-83372478303C}"/>
              </a:ext>
            </a:extLst>
          </p:cNvPr>
          <p:cNvCxnSpPr/>
          <p:nvPr/>
        </p:nvCxnSpPr>
        <p:spPr>
          <a:xfrm>
            <a:off x="11879422" y="251925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81283B8-6C34-2B6A-5B95-E7E88493F87A}"/>
              </a:ext>
            </a:extLst>
          </p:cNvPr>
          <p:cNvCxnSpPr/>
          <p:nvPr/>
        </p:nvCxnSpPr>
        <p:spPr>
          <a:xfrm>
            <a:off x="1418253" y="3620242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DA1D7C2-3A0F-5009-CFD8-CFCE835F478A}"/>
              </a:ext>
            </a:extLst>
          </p:cNvPr>
          <p:cNvSpPr/>
          <p:nvPr/>
        </p:nvSpPr>
        <p:spPr>
          <a:xfrm>
            <a:off x="1637523" y="3692558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1186DBF4-4C42-8634-2EB2-AFA74141B38D}"/>
              </a:ext>
            </a:extLst>
          </p:cNvPr>
          <p:cNvSpPr/>
          <p:nvPr/>
        </p:nvSpPr>
        <p:spPr>
          <a:xfrm>
            <a:off x="1637523" y="4131096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1BB22BC-457F-ED04-42E3-1233F8A65258}"/>
              </a:ext>
            </a:extLst>
          </p:cNvPr>
          <p:cNvSpPr/>
          <p:nvPr/>
        </p:nvSpPr>
        <p:spPr>
          <a:xfrm>
            <a:off x="1637523" y="4625620"/>
            <a:ext cx="830424" cy="2239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8BAED22-7913-B9F2-2CF8-5E1BC5AE4934}"/>
              </a:ext>
            </a:extLst>
          </p:cNvPr>
          <p:cNvSpPr/>
          <p:nvPr/>
        </p:nvSpPr>
        <p:spPr>
          <a:xfrm>
            <a:off x="1637523" y="5232110"/>
            <a:ext cx="830424" cy="2239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EC670646-76DC-C175-F6A2-25F7BA74EDE3}"/>
              </a:ext>
            </a:extLst>
          </p:cNvPr>
          <p:cNvCxnSpPr/>
          <p:nvPr/>
        </p:nvCxnSpPr>
        <p:spPr>
          <a:xfrm>
            <a:off x="2738535" y="3620242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B6C5A4D0-5A0F-A561-ABF5-A951FC92952A}"/>
              </a:ext>
            </a:extLst>
          </p:cNvPr>
          <p:cNvSpPr/>
          <p:nvPr/>
        </p:nvSpPr>
        <p:spPr>
          <a:xfrm>
            <a:off x="279919" y="2458584"/>
            <a:ext cx="914400" cy="3918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/>
              <a:t>NINGUNO CUB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A51D3209-2B95-7C4D-C389-CD7DC5F70D12}"/>
              </a:ext>
            </a:extLst>
          </p:cNvPr>
          <p:cNvSpPr/>
          <p:nvPr/>
        </p:nvSpPr>
        <p:spPr>
          <a:xfrm>
            <a:off x="265924" y="5880588"/>
            <a:ext cx="914400" cy="39188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/>
              <a:t>TODOS CUB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BA349E4F-E790-EA01-F3B5-8FAA2C492029}"/>
              </a:ext>
            </a:extLst>
          </p:cNvPr>
          <p:cNvSpPr/>
          <p:nvPr/>
        </p:nvSpPr>
        <p:spPr>
          <a:xfrm>
            <a:off x="1589313" y="2458584"/>
            <a:ext cx="914400" cy="39188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/>
              <a:t>UNO O MÁS DE 1 ADOP, RESTO NO CUB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64393F29-136D-01F5-6B29-A28C58704152}"/>
              </a:ext>
            </a:extLst>
          </p:cNvPr>
          <p:cNvSpPr/>
          <p:nvPr/>
        </p:nvSpPr>
        <p:spPr>
          <a:xfrm>
            <a:off x="2975686" y="2458584"/>
            <a:ext cx="914400" cy="39188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/>
              <a:t>UNO O MÁS DE 1 ADOP, RESTO NO CUB</a:t>
            </a: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8AA2735D-EF43-C876-664B-BB9C69B6C218}"/>
              </a:ext>
            </a:extLst>
          </p:cNvPr>
          <p:cNvSpPr/>
          <p:nvPr/>
        </p:nvSpPr>
        <p:spPr>
          <a:xfrm>
            <a:off x="4236097" y="2458584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576EC44E-1D8D-F253-3D89-6B05895E8E4B}"/>
              </a:ext>
            </a:extLst>
          </p:cNvPr>
          <p:cNvSpPr/>
          <p:nvPr/>
        </p:nvSpPr>
        <p:spPr>
          <a:xfrm>
            <a:off x="5873617" y="2458584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2F56877C-52E5-B41C-D808-B7C77B6A5662}"/>
              </a:ext>
            </a:extLst>
          </p:cNvPr>
          <p:cNvSpPr/>
          <p:nvPr/>
        </p:nvSpPr>
        <p:spPr>
          <a:xfrm>
            <a:off x="3160007" y="3692558"/>
            <a:ext cx="830424" cy="2239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DACD396B-13E1-2EDA-7ACA-BE1E42C57F0F}"/>
              </a:ext>
            </a:extLst>
          </p:cNvPr>
          <p:cNvSpPr/>
          <p:nvPr/>
        </p:nvSpPr>
        <p:spPr>
          <a:xfrm>
            <a:off x="3160007" y="4131096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10F44D8-755F-DF53-E538-18B4B16F0081}"/>
              </a:ext>
            </a:extLst>
          </p:cNvPr>
          <p:cNvSpPr/>
          <p:nvPr/>
        </p:nvSpPr>
        <p:spPr>
          <a:xfrm>
            <a:off x="3160007" y="4625620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953E6452-F453-8FA6-CB4F-DA443D49E3C0}"/>
              </a:ext>
            </a:extLst>
          </p:cNvPr>
          <p:cNvSpPr/>
          <p:nvPr/>
        </p:nvSpPr>
        <p:spPr>
          <a:xfrm>
            <a:off x="3160007" y="5232110"/>
            <a:ext cx="830424" cy="22393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3" name="Rectángulo: esquinas superiores redondeadas 72">
            <a:extLst>
              <a:ext uri="{FF2B5EF4-FFF2-40B4-BE49-F238E27FC236}">
                <a16:creationId xmlns:a16="http://schemas.microsoft.com/office/drawing/2014/main" id="{4FCFFBBB-06C3-287D-5C37-0BFED890E0A2}"/>
              </a:ext>
            </a:extLst>
          </p:cNvPr>
          <p:cNvSpPr/>
          <p:nvPr/>
        </p:nvSpPr>
        <p:spPr>
          <a:xfrm>
            <a:off x="109581" y="3075541"/>
            <a:ext cx="1321873" cy="305544"/>
          </a:xfrm>
          <a:prstGeom prst="round2Same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/>
              <a:t>NO CUBIERTO</a:t>
            </a:r>
          </a:p>
        </p:txBody>
      </p:sp>
      <p:sp>
        <p:nvSpPr>
          <p:cNvPr id="74" name="Rectángulo: esquinas superiores redondeadas 73">
            <a:extLst>
              <a:ext uri="{FF2B5EF4-FFF2-40B4-BE49-F238E27FC236}">
                <a16:creationId xmlns:a16="http://schemas.microsoft.com/office/drawing/2014/main" id="{88872C36-67CE-9FFC-82CE-8B7908F11A3D}"/>
              </a:ext>
            </a:extLst>
          </p:cNvPr>
          <p:cNvSpPr/>
          <p:nvPr/>
        </p:nvSpPr>
        <p:spPr>
          <a:xfrm>
            <a:off x="109581" y="6440452"/>
            <a:ext cx="1321873" cy="305544"/>
          </a:xfrm>
          <a:prstGeom prst="round2Same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/>
              <a:t>CUBIERTO</a:t>
            </a:r>
          </a:p>
        </p:txBody>
      </p:sp>
      <p:sp>
        <p:nvSpPr>
          <p:cNvPr id="75" name="Rectángulo: esquinas superiores redondeadas 74">
            <a:extLst>
              <a:ext uri="{FF2B5EF4-FFF2-40B4-BE49-F238E27FC236}">
                <a16:creationId xmlns:a16="http://schemas.microsoft.com/office/drawing/2014/main" id="{0686B3A9-BDA6-7C56-BCAF-8BE08509CA3F}"/>
              </a:ext>
            </a:extLst>
          </p:cNvPr>
          <p:cNvSpPr/>
          <p:nvPr/>
        </p:nvSpPr>
        <p:spPr>
          <a:xfrm>
            <a:off x="4078215" y="3075541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76" name="Rectángulo: esquinas superiores redondeadas 75">
            <a:extLst>
              <a:ext uri="{FF2B5EF4-FFF2-40B4-BE49-F238E27FC236}">
                <a16:creationId xmlns:a16="http://schemas.microsoft.com/office/drawing/2014/main" id="{1F0FD7EE-3477-2868-9293-F3D98FC2B270}"/>
              </a:ext>
            </a:extLst>
          </p:cNvPr>
          <p:cNvSpPr/>
          <p:nvPr/>
        </p:nvSpPr>
        <p:spPr>
          <a:xfrm>
            <a:off x="5705668" y="3075541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77" name="Rectángulo: esquinas superiores redondeadas 76">
            <a:extLst>
              <a:ext uri="{FF2B5EF4-FFF2-40B4-BE49-F238E27FC236}">
                <a16:creationId xmlns:a16="http://schemas.microsoft.com/office/drawing/2014/main" id="{C7BF47BF-43A9-ECD8-B038-5A9955C0AF27}"/>
              </a:ext>
            </a:extLst>
          </p:cNvPr>
          <p:cNvSpPr/>
          <p:nvPr/>
        </p:nvSpPr>
        <p:spPr>
          <a:xfrm>
            <a:off x="7405318" y="3075541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78" name="Rectángulo: esquinas superiores redondeadas 77">
            <a:extLst>
              <a:ext uri="{FF2B5EF4-FFF2-40B4-BE49-F238E27FC236}">
                <a16:creationId xmlns:a16="http://schemas.microsoft.com/office/drawing/2014/main" id="{E79A6A74-A86F-0A4C-6E41-162484E8D5A3}"/>
              </a:ext>
            </a:extLst>
          </p:cNvPr>
          <p:cNvSpPr/>
          <p:nvPr/>
        </p:nvSpPr>
        <p:spPr>
          <a:xfrm>
            <a:off x="8986096" y="3075541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79" name="Rectángulo: esquinas superiores redondeadas 78">
            <a:extLst>
              <a:ext uri="{FF2B5EF4-FFF2-40B4-BE49-F238E27FC236}">
                <a16:creationId xmlns:a16="http://schemas.microsoft.com/office/drawing/2014/main" id="{64FB3B9A-DE63-CD6B-B66E-EA41EDFF5928}"/>
              </a:ext>
            </a:extLst>
          </p:cNvPr>
          <p:cNvSpPr/>
          <p:nvPr/>
        </p:nvSpPr>
        <p:spPr>
          <a:xfrm>
            <a:off x="10607305" y="3075541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80" name="Rectángulo: esquinas superiores redondeadas 79">
            <a:extLst>
              <a:ext uri="{FF2B5EF4-FFF2-40B4-BE49-F238E27FC236}">
                <a16:creationId xmlns:a16="http://schemas.microsoft.com/office/drawing/2014/main" id="{244631FE-9EF7-F943-ED84-4D1DD278954A}"/>
              </a:ext>
            </a:extLst>
          </p:cNvPr>
          <p:cNvSpPr/>
          <p:nvPr/>
        </p:nvSpPr>
        <p:spPr>
          <a:xfrm>
            <a:off x="1430658" y="6443855"/>
            <a:ext cx="1321873" cy="305544"/>
          </a:xfrm>
          <a:prstGeom prst="round2Same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/>
              <a:t>CUBIERTO</a:t>
            </a:r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E272B442-5C8A-0C52-FCA9-2302884CA820}"/>
              </a:ext>
            </a:extLst>
          </p:cNvPr>
          <p:cNvSpPr/>
          <p:nvPr/>
        </p:nvSpPr>
        <p:spPr>
          <a:xfrm>
            <a:off x="2876902" y="6443855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82" name="Rectángulo: esquinas superiores redondeadas 81">
            <a:extLst>
              <a:ext uri="{FF2B5EF4-FFF2-40B4-BE49-F238E27FC236}">
                <a16:creationId xmlns:a16="http://schemas.microsoft.com/office/drawing/2014/main" id="{D193EFB7-6F82-3F03-ED48-C54E758C0221}"/>
              </a:ext>
            </a:extLst>
          </p:cNvPr>
          <p:cNvSpPr/>
          <p:nvPr/>
        </p:nvSpPr>
        <p:spPr>
          <a:xfrm>
            <a:off x="2734979" y="3075541"/>
            <a:ext cx="1321873" cy="305544"/>
          </a:xfrm>
          <a:prstGeom prst="round2Same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/>
              <a:t>EN ADOPCIÓN</a:t>
            </a:r>
          </a:p>
        </p:txBody>
      </p:sp>
      <p:sp>
        <p:nvSpPr>
          <p:cNvPr id="83" name="Rectángulo: esquinas superiores redondeadas 82">
            <a:extLst>
              <a:ext uri="{FF2B5EF4-FFF2-40B4-BE49-F238E27FC236}">
                <a16:creationId xmlns:a16="http://schemas.microsoft.com/office/drawing/2014/main" id="{EA3D7DAE-A329-4BA4-BD6C-AA38E0A93A4D}"/>
              </a:ext>
            </a:extLst>
          </p:cNvPr>
          <p:cNvSpPr/>
          <p:nvPr/>
        </p:nvSpPr>
        <p:spPr>
          <a:xfrm>
            <a:off x="1401068" y="3075541"/>
            <a:ext cx="1321873" cy="305544"/>
          </a:xfrm>
          <a:prstGeom prst="round2Same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/>
              <a:t>EN ADOPCIÓN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CB30D78C-8DD4-BB56-69DA-DC312EDB0110}"/>
              </a:ext>
            </a:extLst>
          </p:cNvPr>
          <p:cNvSpPr/>
          <p:nvPr/>
        </p:nvSpPr>
        <p:spPr>
          <a:xfrm>
            <a:off x="4564266" y="3701852"/>
            <a:ext cx="830424" cy="2239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258CD9C7-E98D-72BB-2F82-105DD102FFF5}"/>
              </a:ext>
            </a:extLst>
          </p:cNvPr>
          <p:cNvSpPr/>
          <p:nvPr/>
        </p:nvSpPr>
        <p:spPr>
          <a:xfrm>
            <a:off x="4564266" y="4140390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2820377B-DBBE-AB16-C782-1E05EEB370A1}"/>
              </a:ext>
            </a:extLst>
          </p:cNvPr>
          <p:cNvSpPr/>
          <p:nvPr/>
        </p:nvSpPr>
        <p:spPr>
          <a:xfrm>
            <a:off x="4564266" y="4634914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877C4D96-E105-C3B0-E1F6-23A52D2F728A}"/>
              </a:ext>
            </a:extLst>
          </p:cNvPr>
          <p:cNvSpPr/>
          <p:nvPr/>
        </p:nvSpPr>
        <p:spPr>
          <a:xfrm>
            <a:off x="4564266" y="5241404"/>
            <a:ext cx="830424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A5AADC28-5516-4CBF-7049-A52819C9633C}"/>
              </a:ext>
            </a:extLst>
          </p:cNvPr>
          <p:cNvCxnSpPr/>
          <p:nvPr/>
        </p:nvCxnSpPr>
        <p:spPr>
          <a:xfrm>
            <a:off x="4344996" y="3606249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8CB44B2B-57B4-0C74-D58B-73302D4D582B}"/>
              </a:ext>
            </a:extLst>
          </p:cNvPr>
          <p:cNvCxnSpPr/>
          <p:nvPr/>
        </p:nvCxnSpPr>
        <p:spPr>
          <a:xfrm>
            <a:off x="5693270" y="3606249"/>
            <a:ext cx="0" cy="2911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ángulo: esquinas redondeadas 91">
            <a:extLst>
              <a:ext uri="{FF2B5EF4-FFF2-40B4-BE49-F238E27FC236}">
                <a16:creationId xmlns:a16="http://schemas.microsoft.com/office/drawing/2014/main" id="{519E6E3A-A8D6-A867-BF9F-D0E2F3D25BFE}"/>
              </a:ext>
            </a:extLst>
          </p:cNvPr>
          <p:cNvSpPr/>
          <p:nvPr/>
        </p:nvSpPr>
        <p:spPr>
          <a:xfrm>
            <a:off x="7588119" y="2458584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8F6EAB37-206B-6D48-2A8C-EE1EF4C07F7C}"/>
              </a:ext>
            </a:extLst>
          </p:cNvPr>
          <p:cNvSpPr/>
          <p:nvPr/>
        </p:nvSpPr>
        <p:spPr>
          <a:xfrm>
            <a:off x="9258298" y="2458584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2FFDB0AE-8598-A923-BBFF-3D543B0D3BF8}"/>
              </a:ext>
            </a:extLst>
          </p:cNvPr>
          <p:cNvSpPr/>
          <p:nvPr/>
        </p:nvSpPr>
        <p:spPr>
          <a:xfrm>
            <a:off x="10755083" y="2458584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2C5EF418-64C5-C6F6-92C0-3173602765C8}"/>
              </a:ext>
            </a:extLst>
          </p:cNvPr>
          <p:cNvSpPr/>
          <p:nvPr/>
        </p:nvSpPr>
        <p:spPr>
          <a:xfrm>
            <a:off x="1589313" y="5916190"/>
            <a:ext cx="914400" cy="39188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chemeClr val="bg1"/>
                </a:solidFill>
              </a:rPr>
              <a:t>NINGUNO EN ADOP &amp; NINGUNO NO CUB</a:t>
            </a:r>
          </a:p>
        </p:txBody>
      </p: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3C9B997A-9601-C249-B555-51D592376BB0}"/>
              </a:ext>
            </a:extLst>
          </p:cNvPr>
          <p:cNvSpPr/>
          <p:nvPr/>
        </p:nvSpPr>
        <p:spPr>
          <a:xfrm>
            <a:off x="3104804" y="5916190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97" name="Rectángulo: esquinas redondeadas 96">
            <a:extLst>
              <a:ext uri="{FF2B5EF4-FFF2-40B4-BE49-F238E27FC236}">
                <a16:creationId xmlns:a16="http://schemas.microsoft.com/office/drawing/2014/main" id="{E6039690-12DB-9102-966B-2C58406ECE5C}"/>
              </a:ext>
            </a:extLst>
          </p:cNvPr>
          <p:cNvSpPr/>
          <p:nvPr/>
        </p:nvSpPr>
        <p:spPr>
          <a:xfrm>
            <a:off x="4522278" y="5916190"/>
            <a:ext cx="914400" cy="39188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700">
                <a:solidFill>
                  <a:sysClr val="windowText" lastClr="000000"/>
                </a:solidFill>
              </a:rPr>
              <a:t>AL MENOS UNO CUBIERTO O EN REEMP</a:t>
            </a:r>
          </a:p>
        </p:txBody>
      </p:sp>
      <p:sp>
        <p:nvSpPr>
          <p:cNvPr id="98" name="Rectángulo: esquinas superiores redondeadas 97">
            <a:extLst>
              <a:ext uri="{FF2B5EF4-FFF2-40B4-BE49-F238E27FC236}">
                <a16:creationId xmlns:a16="http://schemas.microsoft.com/office/drawing/2014/main" id="{D3AD191A-236C-1111-19C9-B2728DE9BCCA}"/>
              </a:ext>
            </a:extLst>
          </p:cNvPr>
          <p:cNvSpPr/>
          <p:nvPr/>
        </p:nvSpPr>
        <p:spPr>
          <a:xfrm>
            <a:off x="4313036" y="6443855"/>
            <a:ext cx="1321873" cy="305544"/>
          </a:xfrm>
          <a:prstGeom prst="round2Same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>
                <a:solidFill>
                  <a:sysClr val="windowText" lastClr="000000"/>
                </a:solidFill>
              </a:rPr>
              <a:t>PARCIALMENTE CUBIERTO</a:t>
            </a:r>
          </a:p>
        </p:txBody>
      </p:sp>
      <p:sp>
        <p:nvSpPr>
          <p:cNvPr id="99" name="Google Shape;706;p28">
            <a:extLst>
              <a:ext uri="{FF2B5EF4-FFF2-40B4-BE49-F238E27FC236}">
                <a16:creationId xmlns:a16="http://schemas.microsoft.com/office/drawing/2014/main" id="{E1B476CA-0061-8581-4530-76B5DBC711BC}"/>
              </a:ext>
            </a:extLst>
          </p:cNvPr>
          <p:cNvSpPr txBox="1"/>
          <p:nvPr/>
        </p:nvSpPr>
        <p:spPr>
          <a:xfrm>
            <a:off x="6893806" y="3907548"/>
            <a:ext cx="4140000" cy="185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0" lang="es-PE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AL IDENTIFICAR UN NUEVO CAPABILITY NACE EN “</a:t>
            </a:r>
            <a:r>
              <a:rPr kumimoji="0" lang="es-PE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 CUBIERTO</a:t>
            </a:r>
            <a:r>
              <a:rPr kumimoji="0" lang="es-PE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”</a:t>
            </a: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s-PE" sz="12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SI UN CAPABILITY SE TRANSFORMA COMPLETAMENTE ES MUY PROBABLE QUE IMPLIQUE QUE NAZCA UN NUEVO CAPABILITY </a:t>
            </a:r>
            <a:r>
              <a:rPr kumimoji="0" lang="es-PE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“</a:t>
            </a:r>
            <a:r>
              <a:rPr kumimoji="0" lang="es-PE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 CUBIERTO</a:t>
            </a:r>
            <a:r>
              <a:rPr kumimoji="0" lang="es-PE" sz="12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”</a:t>
            </a: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s-PE" sz="12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SI UN CAPABILITY EVOLUCIONA EN ALCANCE EL ESTADO CAMBIA A “</a:t>
            </a:r>
            <a:r>
              <a:rPr lang="es-PE" sz="1200" b="1" kern="0">
                <a:solidFill>
                  <a:srgbClr val="434343"/>
                </a:solidFill>
                <a:highlight>
                  <a:srgbClr val="FFFF00"/>
                </a:highlight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 REEMPLAZO</a:t>
            </a:r>
            <a:r>
              <a:rPr lang="es-PE" sz="1200" kern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” PORQUE ESE ALCANCE ADICIONAL SE REQUIERE CUBRIR CON UNA O MÁS TECNOLOGÍAS.</a:t>
            </a: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>
              <a:buClr>
                <a:srgbClr val="000000"/>
              </a:buClr>
            </a:pPr>
            <a:endParaRPr kumimoji="0" lang="es-PE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835571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59_TF78455520.potx" id="{5EE861E3-3564-47B4-8A02-FBEAC36CFAB2}" vid="{A83930CC-2020-4C50-8F1B-917CB7D55B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439bda-e757-4925-8ca1-1d50995f04e3">
      <Terms xmlns="http://schemas.microsoft.com/office/infopath/2007/PartnerControls"/>
    </lcf76f155ced4ddcb4097134ff3c332f>
    <TaxCatchAll xmlns="0925d0d5-4db0-4914-91ff-6d7c85bf774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46B80ACCF170468FEAC64BCC59DE09" ma:contentTypeVersion="12" ma:contentTypeDescription="Crear nuevo documento." ma:contentTypeScope="" ma:versionID="8b9b4d2bd2223b7e174daeab532e1da2">
  <xsd:schema xmlns:xsd="http://www.w3.org/2001/XMLSchema" xmlns:xs="http://www.w3.org/2001/XMLSchema" xmlns:p="http://schemas.microsoft.com/office/2006/metadata/properties" xmlns:ns2="05439bda-e757-4925-8ca1-1d50995f04e3" xmlns:ns3="0925d0d5-4db0-4914-91ff-6d7c85bf7748" targetNamespace="http://schemas.microsoft.com/office/2006/metadata/properties" ma:root="true" ma:fieldsID="cbebee9815a80aa113010cf18ab514ec" ns2:_="" ns3:_="">
    <xsd:import namespace="05439bda-e757-4925-8ca1-1d50995f04e3"/>
    <xsd:import namespace="0925d0d5-4db0-4914-91ff-6d7c85bf77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39bda-e757-4925-8ca1-1d50995f04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25d0d5-4db0-4914-91ff-6d7c85bf774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f24b09d-9af3-422f-be67-9617073b8d69}" ma:internalName="TaxCatchAll" ma:showField="CatchAllData" ma:web="0925d0d5-4db0-4914-91ff-6d7c85bf77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DACE51-DD9A-4A42-B285-8FF0A47D7AF0}">
  <ds:schemaRefs>
    <ds:schemaRef ds:uri="05439bda-e757-4925-8ca1-1d50995f04e3"/>
    <ds:schemaRef ds:uri="0925d0d5-4db0-4914-91ff-6d7c85bf774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59C0CE9-BCCE-4A11-8AA8-8741A4AD7CA9}">
  <ds:schemaRefs>
    <ds:schemaRef ds:uri="05439bda-e757-4925-8ca1-1d50995f04e3"/>
    <ds:schemaRef ds:uri="0925d0d5-4db0-4914-91ff-6d7c85bf77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86C4E30-DB5E-467F-BD94-7389F4871DA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34869</TotalTime>
  <Words>2034</Words>
  <Application>Microsoft Office PowerPoint</Application>
  <PresentationFormat>Panorámica</PresentationFormat>
  <Paragraphs>644</Paragraphs>
  <Slides>25</Slides>
  <Notes>9</Notes>
  <HiddenSlides>19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40" baseType="lpstr">
      <vt:lpstr>Arial</vt:lpstr>
      <vt:lpstr>Arial Narrow</vt:lpstr>
      <vt:lpstr>Bebas Neue</vt:lpstr>
      <vt:lpstr>Calibri</vt:lpstr>
      <vt:lpstr>Century Gothic</vt:lpstr>
      <vt:lpstr>Fira Sans Extra Condensed</vt:lpstr>
      <vt:lpstr>Fira Sans Extra Condensed Medium</vt:lpstr>
      <vt:lpstr>Flexo</vt:lpstr>
      <vt:lpstr>Flexo Medium</vt:lpstr>
      <vt:lpstr>Lato</vt:lpstr>
      <vt:lpstr>Lato Light</vt:lpstr>
      <vt:lpstr>Omnes Regular</vt:lpstr>
      <vt:lpstr>Roboto</vt:lpstr>
      <vt:lpstr>Segoe UI Light</vt:lpstr>
      <vt:lpstr>Tema de Office</vt:lpstr>
      <vt:lpstr>Estrategia de Estandarizaciones Corporativas Plataformas de Seguridad TI</vt:lpstr>
      <vt:lpstr>Primeras definiciones / uniformizando lenguaje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Escenarios aplicables</vt:lpstr>
      <vt:lpstr>DEFINICIONES</vt:lpstr>
      <vt:lpstr>DOMINIO, SUBDOMINIO Y CAPABILTY</vt:lpstr>
      <vt:lpstr>CRITERIOS PARA EL ESTADO DEL SUBDOMINIO</vt:lpstr>
      <vt:lpstr>CRITERIOS PARA EL ESTADO DEL CAPABILITY</vt:lpstr>
      <vt:lpstr>Modelo de Gestión One Page</vt:lpstr>
      <vt:lpstr>MACROPROCESO DE MAPA TECNOLÓGICO</vt:lpstr>
      <vt:lpstr>Actualizar</vt:lpstr>
      <vt:lpstr>Revisar y Aprobar</vt:lpstr>
      <vt:lpstr>Documentar</vt:lpstr>
      <vt:lpstr>Socializar</vt:lpstr>
      <vt:lpstr>SPOC CHAPTER TA - CAPABILITY</vt:lpstr>
      <vt:lpstr>SPOC SECURITY - CAPABILITY</vt:lpstr>
      <vt:lpstr>Presentación de PowerPoint</vt:lpstr>
    </vt:vector>
  </TitlesOfParts>
  <Company>Banco de Credito del Peru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de Comunicación de Lineamientos</dc:title>
  <dc:creator>Luis Alberto Menacho Aguirre</dc:creator>
  <cp:lastModifiedBy>Jean Lau A.</cp:lastModifiedBy>
  <cp:revision>15</cp:revision>
  <dcterms:created xsi:type="dcterms:W3CDTF">2022-12-06T23:04:02Z</dcterms:created>
  <dcterms:modified xsi:type="dcterms:W3CDTF">2025-11-10T20:08:27Z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ead3b-a842-409e-8059-3e3468c48585_Enabled">
    <vt:lpwstr>true</vt:lpwstr>
  </property>
  <property fmtid="{D5CDD505-2E9C-101B-9397-08002B2CF9AE}" pid="3" name="MSIP_Label_c15ead3b-a842-409e-8059-3e3468c48585_SetDate">
    <vt:lpwstr>2023-01-23T15:43:55Z</vt:lpwstr>
  </property>
  <property fmtid="{D5CDD505-2E9C-101B-9397-08002B2CF9AE}" pid="4" name="ClassificationContentMarkingFooterText">
    <vt:lpwstr>Datos elaborados por BCP para uso Interno</vt:lpwstr>
  </property>
  <property fmtid="{D5CDD505-2E9C-101B-9397-08002B2CF9AE}" pid="5" name="MSIP_Label_c15ead3b-a842-409e-8059-3e3468c48585_Name">
    <vt:lpwstr>Interna BCP</vt:lpwstr>
  </property>
  <property fmtid="{D5CDD505-2E9C-101B-9397-08002B2CF9AE}" pid="6" name="MSIP_Label_c15ead3b-a842-409e-8059-3e3468c48585_SiteId">
    <vt:lpwstr>5d93ebcc-f769-4380-8b7e-289fc972da1b</vt:lpwstr>
  </property>
  <property fmtid="{D5CDD505-2E9C-101B-9397-08002B2CF9AE}" pid="7" name="MSIP_Label_c15ead3b-a842-409e-8059-3e3468c48585_Method">
    <vt:lpwstr>Standard</vt:lpwstr>
  </property>
  <property fmtid="{D5CDD505-2E9C-101B-9397-08002B2CF9AE}" pid="8" name="ClassificationContentMarkingFooterLocations">
    <vt:lpwstr>SCRUM Infographics by Slidesgo:3\Tema de Office:8</vt:lpwstr>
  </property>
  <property fmtid="{D5CDD505-2E9C-101B-9397-08002B2CF9AE}" pid="9" name="MSIP_Label_c15ead3b-a842-409e-8059-3e3468c48585_ContentBits">
    <vt:lpwstr>2</vt:lpwstr>
  </property>
  <property fmtid="{D5CDD505-2E9C-101B-9397-08002B2CF9AE}" pid="10" name="MSIP_Label_c15ead3b-a842-409e-8059-3e3468c48585_ActionId">
    <vt:lpwstr>b3a4539d-31da-41e8-8ec8-6969fd44350d</vt:lpwstr>
  </property>
  <property fmtid="{D5CDD505-2E9C-101B-9397-08002B2CF9AE}" pid="11" name="ContentTypeId">
    <vt:lpwstr>0x0101008B46B80ACCF170468FEAC64BCC59DE09</vt:lpwstr>
  </property>
  <property fmtid="{D5CDD505-2E9C-101B-9397-08002B2CF9AE}" pid="12" name="MediaServiceImageTags">
    <vt:lpwstr/>
  </property>
</Properties>
</file>